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5" r:id="rId3"/>
    <p:sldId id="273" r:id="rId4"/>
    <p:sldId id="272" r:id="rId5"/>
    <p:sldId id="274" r:id="rId6"/>
    <p:sldId id="256" r:id="rId7"/>
    <p:sldId id="271" r:id="rId8"/>
    <p:sldId id="259" r:id="rId9"/>
    <p:sldId id="257" r:id="rId10"/>
    <p:sldId id="265" r:id="rId11"/>
    <p:sldId id="266" r:id="rId12"/>
    <p:sldId id="267" r:id="rId13"/>
    <p:sldId id="268" r:id="rId14"/>
    <p:sldId id="269" r:id="rId15"/>
    <p:sldId id="258" r:id="rId16"/>
    <p:sldId id="26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메뉴" id="{860AC0BE-9AA7-4174-9499-4040C1E543C1}">
          <p14:sldIdLst>
            <p14:sldId id="270"/>
            <p14:sldId id="275"/>
          </p14:sldIdLst>
        </p14:section>
        <p14:section name="프로세스" id="{B4014C04-7B59-4047-88A0-B3460168F9DF}">
          <p14:sldIdLst>
            <p14:sldId id="273"/>
            <p14:sldId id="272"/>
            <p14:sldId id="274"/>
          </p14:sldIdLst>
        </p14:section>
        <p14:section name="회원" id="{BA4427AC-7935-4AEF-B862-54DD0BF7AD6E}">
          <p14:sldIdLst>
            <p14:sldId id="256"/>
            <p14:sldId id="271"/>
          </p14:sldIdLst>
        </p14:section>
        <p14:section name="상품" id="{D3BEAC37-1BA6-4F47-8622-8408399FA79E}">
          <p14:sldIdLst>
            <p14:sldId id="259"/>
            <p14:sldId id="257"/>
            <p14:sldId id="265"/>
            <p14:sldId id="266"/>
            <p14:sldId id="267"/>
            <p14:sldId id="268"/>
            <p14:sldId id="269"/>
          </p14:sldIdLst>
        </p14:section>
        <p14:section name="템플릿" id="{59909DE8-3E05-420B-8E79-9233DF65B159}">
          <p14:sldIdLst>
            <p14:sldId id="258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05F17-6D32-6446-05AE-4C0307AD4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C8DFD-2193-53D7-7103-B0445A2E2B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3C4807-180A-370E-EF0D-25E295889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F611CA-CE28-0F55-C116-E1335296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6DA11E-FB05-354B-39D1-E5D3C4729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295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49258D-88ED-9034-85B5-407CFEE8B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1C8A9D-05E7-BBF0-81F8-35281C411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BA003D-362E-F63A-1BE9-D6AF757C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D95998-6500-EC36-0AD3-BFBE48913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92D50-B309-7535-09C5-555B4B3E3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674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9C58A-00D5-47CB-D4B6-E0D0E2D94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CBAD-2CF1-79A0-6D66-200BAAB0C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014B16-0BD8-82EA-CC1C-0CF9B80F1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E2214F-23F6-9BD1-EBF6-8086E03FA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749944-978C-11A8-2480-3A762A16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696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1057B-957C-E93C-C68A-1B6091E9E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2FF807-6FF2-D054-9C50-A820BA2AC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65F95A-7336-3637-1824-A51319DC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B04AA2-40A2-8188-9D77-8CB15C802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E6836B-A583-80D7-71F6-67D9C0D4E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1146049-BA21-5AE5-3249-A2ED9599F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975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75E8C-2E27-F3FB-C891-8D17B21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0317DE-64B9-E33F-F969-3B36A0B3E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E3521F-1B19-E69C-CE1A-BFBD09546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DF6D23D-4E6D-0B0B-4468-D94ED3EC93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1061AC4-A6DF-040E-7976-D16E7B95A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F397C30-7D9A-7A15-1774-6BA8217FF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38B9E41-AAD2-D630-4753-7E753F56F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1187D4-5A6E-97F9-8066-A9C6CA450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758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16F2D-8482-17A3-933D-A7F73151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1CDA44-79C4-2127-EA2A-CCF204E15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12FBF9-7B66-9A05-50AC-3AF228FE8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6064D8-F8D6-FC77-F9F8-CCB5AB60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914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6CCC573-3071-F2C9-F44F-BEE597F54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66A90B-3849-0BB9-CFFC-981689578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24A7B-8073-6495-7570-3C23A48C8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39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9AA20-F32F-58FC-10EC-ACECCBEE9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329A5D-599A-F2C5-D738-E50C5E9C4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58B7ED-DFB3-556B-17B7-29C968593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19F798-0D81-C08F-1773-CE1301B2D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8D5979-EC7D-F4F0-605E-944DA7C8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9B8A52-6BB9-63A9-AF84-F32677625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888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4F163-8B65-5A23-659F-D57AA3624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2E51A62-A4CF-684D-1D2F-22C90B44F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96E9C6-8867-B221-E968-88D4BB7719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ADF193-9078-7861-A4AA-37CFAA7C8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C1D8FD-159F-2ED4-CFFB-6BB9E90CE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7557E3-9220-B799-2966-11201256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308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C351A-FEF4-B474-7928-CDE4DF5F4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B3AFF4-456E-BEFA-5C65-2A6B55D9B0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CF5608-C88E-5729-94DC-489B1D8E9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967A24-6FB2-3824-D03E-00873269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D36D81-C728-788E-8E2F-B199923C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18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7316C-15F2-1CD6-FB59-DFAB765F5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6D5F13-F712-CE9F-F678-F1920DDA9A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BA5BC4-B262-E3DA-87D3-0B64B8FBA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D221DF-DDD5-C86B-D074-47CAC901B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3B61F-753A-97E8-ABAF-E92DC4D8F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89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60CE28-E2A6-736C-0D49-33F83C7F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4CD0FF-1818-B543-0818-85FAD8D30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B7521-4371-70A4-46B2-7BA2BE7A83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8CCF48-291D-46DA-8E01-556C5C8E605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246A5B-817C-EE43-CFDC-BF58CA5394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5999E8-EE8A-F766-B9D7-AC51C1C31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05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28F9BD-267F-2D5B-1EE0-5F1E816F2524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919861C-E798-4611-B268-8A4A7B7C6921}"/>
              </a:ext>
            </a:extLst>
          </p:cNvPr>
          <p:cNvSpPr/>
          <p:nvPr/>
        </p:nvSpPr>
        <p:spPr>
          <a:xfrm>
            <a:off x="226293" y="1811270"/>
            <a:ext cx="1884219" cy="73890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690AE1F-42A9-15AD-3C3F-5CACC9B9B80D}"/>
              </a:ext>
            </a:extLst>
          </p:cNvPr>
          <p:cNvSpPr/>
          <p:nvPr/>
        </p:nvSpPr>
        <p:spPr>
          <a:xfrm>
            <a:off x="2698560" y="1811270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95BEA3B-2356-71AF-5EE1-01976A94BAFE}"/>
              </a:ext>
            </a:extLst>
          </p:cNvPr>
          <p:cNvCxnSpPr>
            <a:cxnSpLocks/>
          </p:cNvCxnSpPr>
          <p:nvPr/>
        </p:nvCxnSpPr>
        <p:spPr>
          <a:xfrm>
            <a:off x="2110512" y="218072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91DC3FD-A12A-5851-8B64-7559B2BADB84}"/>
              </a:ext>
            </a:extLst>
          </p:cNvPr>
          <p:cNvSpPr/>
          <p:nvPr/>
        </p:nvSpPr>
        <p:spPr>
          <a:xfrm>
            <a:off x="226293" y="663286"/>
            <a:ext cx="1884219" cy="73890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공통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97D702-AAE7-4FF3-155A-E9923FB4AD80}"/>
              </a:ext>
            </a:extLst>
          </p:cNvPr>
          <p:cNvSpPr/>
          <p:nvPr/>
        </p:nvSpPr>
        <p:spPr>
          <a:xfrm>
            <a:off x="2698560" y="66328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login</a:t>
            </a:r>
            <a:endParaRPr lang="ko-KR" altLang="en-US" sz="1200" dirty="0">
              <a:solidFill>
                <a:prstClr val="black">
                  <a:lumMod val="50000"/>
                  <a:lumOff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B91E5D6-4E7F-5592-D0A0-069F27CAFB98}"/>
              </a:ext>
            </a:extLst>
          </p:cNvPr>
          <p:cNvCxnSpPr>
            <a:cxnSpLocks/>
          </p:cNvCxnSpPr>
          <p:nvPr/>
        </p:nvCxnSpPr>
        <p:spPr>
          <a:xfrm>
            <a:off x="2110512" y="106791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1B21770-4C27-5100-7D32-3DD83FF3D486}"/>
              </a:ext>
            </a:extLst>
          </p:cNvPr>
          <p:cNvSpPr/>
          <p:nvPr/>
        </p:nvSpPr>
        <p:spPr>
          <a:xfrm>
            <a:off x="2698560" y="2749915"/>
            <a:ext cx="1884219" cy="760390"/>
          </a:xfrm>
          <a:prstGeom prst="roundRect">
            <a:avLst>
              <a:gd name="adj" fmla="val 1702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18B0D3C-0810-0178-E054-584CACDFFA03}"/>
              </a:ext>
            </a:extLst>
          </p:cNvPr>
          <p:cNvCxnSpPr>
            <a:cxnSpLocks/>
          </p:cNvCxnSpPr>
          <p:nvPr/>
        </p:nvCxnSpPr>
        <p:spPr>
          <a:xfrm>
            <a:off x="2350654" y="3119369"/>
            <a:ext cx="36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0551124-B5FA-487F-3A58-4D02F6555D7D}"/>
              </a:ext>
            </a:extLst>
          </p:cNvPr>
          <p:cNvSpPr/>
          <p:nvPr/>
        </p:nvSpPr>
        <p:spPr>
          <a:xfrm>
            <a:off x="5170827" y="2760657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24D329-9046-69FE-045D-2396F2A15FE5}"/>
              </a:ext>
            </a:extLst>
          </p:cNvPr>
          <p:cNvCxnSpPr>
            <a:cxnSpLocks/>
          </p:cNvCxnSpPr>
          <p:nvPr/>
        </p:nvCxnSpPr>
        <p:spPr>
          <a:xfrm>
            <a:off x="4582779" y="313011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E69CCDA-9541-38D3-4A53-1434AFD71E27}"/>
              </a:ext>
            </a:extLst>
          </p:cNvPr>
          <p:cNvSpPr/>
          <p:nvPr/>
        </p:nvSpPr>
        <p:spPr>
          <a:xfrm>
            <a:off x="10115357" y="2760657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8268DAE-1233-BF6D-D93A-09DD9AC76DE9}"/>
              </a:ext>
            </a:extLst>
          </p:cNvPr>
          <p:cNvSpPr/>
          <p:nvPr/>
        </p:nvSpPr>
        <p:spPr>
          <a:xfrm>
            <a:off x="7643092" y="277139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상품상세조회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5855421-3530-A048-B01C-180BDF2ECAAB}"/>
              </a:ext>
            </a:extLst>
          </p:cNvPr>
          <p:cNvCxnSpPr>
            <a:cxnSpLocks/>
          </p:cNvCxnSpPr>
          <p:nvPr/>
        </p:nvCxnSpPr>
        <p:spPr>
          <a:xfrm>
            <a:off x="7055044" y="314085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2E853E8-9943-0525-0B76-64C770071DAA}"/>
              </a:ext>
            </a:extLst>
          </p:cNvPr>
          <p:cNvCxnSpPr>
            <a:cxnSpLocks/>
          </p:cNvCxnSpPr>
          <p:nvPr/>
        </p:nvCxnSpPr>
        <p:spPr>
          <a:xfrm>
            <a:off x="9527311" y="292519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4CA446D-60B6-A05A-5EBB-E160F8FF04C1}"/>
              </a:ext>
            </a:extLst>
          </p:cNvPr>
          <p:cNvSpPr/>
          <p:nvPr/>
        </p:nvSpPr>
        <p:spPr>
          <a:xfrm>
            <a:off x="5170827" y="459200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4A755BD-41C2-1F74-871E-E7088E051E84}"/>
              </a:ext>
            </a:extLst>
          </p:cNvPr>
          <p:cNvCxnSpPr>
            <a:cxnSpLocks/>
          </p:cNvCxnSpPr>
          <p:nvPr/>
        </p:nvCxnSpPr>
        <p:spPr>
          <a:xfrm>
            <a:off x="4835235" y="4970699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8DC136D-738B-3643-16E2-FE1E5EE912B8}"/>
              </a:ext>
            </a:extLst>
          </p:cNvPr>
          <p:cNvSpPr/>
          <p:nvPr/>
        </p:nvSpPr>
        <p:spPr>
          <a:xfrm>
            <a:off x="7643092" y="3670961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829ACD2-5737-7B0F-3C58-CC219894F12C}"/>
              </a:ext>
            </a:extLst>
          </p:cNvPr>
          <p:cNvSpPr/>
          <p:nvPr/>
        </p:nvSpPr>
        <p:spPr>
          <a:xfrm>
            <a:off x="5170827" y="368170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5C4A7AE-B3D2-444B-B0A5-A3BBB07CF531}"/>
              </a:ext>
            </a:extLst>
          </p:cNvPr>
          <p:cNvCxnSpPr>
            <a:cxnSpLocks/>
          </p:cNvCxnSpPr>
          <p:nvPr/>
        </p:nvCxnSpPr>
        <p:spPr>
          <a:xfrm>
            <a:off x="4835235" y="4051157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2CD3B86-228D-47A4-E5F1-B4B8F894120A}"/>
              </a:ext>
            </a:extLst>
          </p:cNvPr>
          <p:cNvCxnSpPr>
            <a:cxnSpLocks/>
          </p:cNvCxnSpPr>
          <p:nvPr/>
        </p:nvCxnSpPr>
        <p:spPr>
          <a:xfrm>
            <a:off x="7055046" y="383550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51085D1-B9C2-FBAF-7A6C-15A7EA37816B}"/>
              </a:ext>
            </a:extLst>
          </p:cNvPr>
          <p:cNvSpPr/>
          <p:nvPr/>
        </p:nvSpPr>
        <p:spPr>
          <a:xfrm>
            <a:off x="2698560" y="5502315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마이페이지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6A002ED-3325-879A-10B8-A519ECE827F5}"/>
              </a:ext>
            </a:extLst>
          </p:cNvPr>
          <p:cNvCxnSpPr>
            <a:cxnSpLocks/>
          </p:cNvCxnSpPr>
          <p:nvPr/>
        </p:nvCxnSpPr>
        <p:spPr>
          <a:xfrm flipV="1">
            <a:off x="2350654" y="5871769"/>
            <a:ext cx="347906" cy="107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C2F1707-FFB6-517D-780E-E4F44EEAD104}"/>
              </a:ext>
            </a:extLst>
          </p:cNvPr>
          <p:cNvSpPr/>
          <p:nvPr/>
        </p:nvSpPr>
        <p:spPr>
          <a:xfrm>
            <a:off x="5170827" y="5513057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 정보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/info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D912AFF-C62B-3703-7BAD-C7A204535723}"/>
              </a:ext>
            </a:extLst>
          </p:cNvPr>
          <p:cNvCxnSpPr>
            <a:cxnSpLocks/>
          </p:cNvCxnSpPr>
          <p:nvPr/>
        </p:nvCxnSpPr>
        <p:spPr>
          <a:xfrm>
            <a:off x="4582779" y="588251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F21DD0-84C6-2E8B-F461-CB7664256B1A}"/>
              </a:ext>
            </a:extLst>
          </p:cNvPr>
          <p:cNvCxnSpPr>
            <a:cxnSpLocks/>
          </p:cNvCxnSpPr>
          <p:nvPr/>
        </p:nvCxnSpPr>
        <p:spPr>
          <a:xfrm>
            <a:off x="2369127" y="2183351"/>
            <a:ext cx="0" cy="369916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4D63E3B-4866-DEC8-591A-719A5903151B}"/>
              </a:ext>
            </a:extLst>
          </p:cNvPr>
          <p:cNvCxnSpPr>
            <a:cxnSpLocks/>
          </p:cNvCxnSpPr>
          <p:nvPr/>
        </p:nvCxnSpPr>
        <p:spPr>
          <a:xfrm>
            <a:off x="4835235" y="3115157"/>
            <a:ext cx="0" cy="187200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609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0A89A-3952-9DA6-6312-EC561406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7060780-A24B-65BB-356C-55FE79D71AEB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52971A5-0D3A-A9AE-C645-550E1D3DFEB4}"/>
              </a:ext>
            </a:extLst>
          </p:cNvPr>
          <p:cNvSpPr/>
          <p:nvPr/>
        </p:nvSpPr>
        <p:spPr>
          <a:xfrm>
            <a:off x="226293" y="809317"/>
            <a:ext cx="1884219" cy="73890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78D8754-DC00-C129-5180-5F7E41E1042C}"/>
              </a:ext>
            </a:extLst>
          </p:cNvPr>
          <p:cNvSpPr/>
          <p:nvPr/>
        </p:nvSpPr>
        <p:spPr>
          <a:xfrm>
            <a:off x="2698560" y="809317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E1D43B14-0C62-856D-9C7D-E2922D96AF80}"/>
              </a:ext>
            </a:extLst>
          </p:cNvPr>
          <p:cNvCxnSpPr>
            <a:cxnSpLocks/>
          </p:cNvCxnSpPr>
          <p:nvPr/>
        </p:nvCxnSpPr>
        <p:spPr>
          <a:xfrm>
            <a:off x="2110512" y="117877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A541182-4DFC-ECD0-77B9-5DDE2AE7446A}"/>
              </a:ext>
            </a:extLst>
          </p:cNvPr>
          <p:cNvSpPr/>
          <p:nvPr/>
        </p:nvSpPr>
        <p:spPr>
          <a:xfrm>
            <a:off x="2698560" y="1747962"/>
            <a:ext cx="1884219" cy="760390"/>
          </a:xfrm>
          <a:prstGeom prst="roundRect">
            <a:avLst>
              <a:gd name="adj" fmla="val 1702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2F9B394-BDBF-03EF-CAA9-9E6527423B2A}"/>
              </a:ext>
            </a:extLst>
          </p:cNvPr>
          <p:cNvCxnSpPr>
            <a:cxnSpLocks/>
          </p:cNvCxnSpPr>
          <p:nvPr/>
        </p:nvCxnSpPr>
        <p:spPr>
          <a:xfrm>
            <a:off x="2350654" y="2117416"/>
            <a:ext cx="36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F60E7A7-9029-4F64-CAF1-DFE6C3425FF6}"/>
              </a:ext>
            </a:extLst>
          </p:cNvPr>
          <p:cNvSpPr/>
          <p:nvPr/>
        </p:nvSpPr>
        <p:spPr>
          <a:xfrm>
            <a:off x="5170827" y="17587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E4E9536-226D-2803-FB7E-9779FCD4AF30}"/>
              </a:ext>
            </a:extLst>
          </p:cNvPr>
          <p:cNvCxnSpPr>
            <a:cxnSpLocks/>
          </p:cNvCxnSpPr>
          <p:nvPr/>
        </p:nvCxnSpPr>
        <p:spPr>
          <a:xfrm>
            <a:off x="4582779" y="212815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366DFF-571C-D715-87B6-52ECF029EF26}"/>
              </a:ext>
            </a:extLst>
          </p:cNvPr>
          <p:cNvSpPr/>
          <p:nvPr/>
        </p:nvSpPr>
        <p:spPr>
          <a:xfrm>
            <a:off x="10115357" y="1758704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상품수정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221A9F7-D9AB-60AC-F35E-DC57567D64FD}"/>
              </a:ext>
            </a:extLst>
          </p:cNvPr>
          <p:cNvSpPr/>
          <p:nvPr/>
        </p:nvSpPr>
        <p:spPr>
          <a:xfrm>
            <a:off x="7643092" y="176944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상품상세조회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C64084F-1D9B-0114-75DE-7BC7B57B73DE}"/>
              </a:ext>
            </a:extLst>
          </p:cNvPr>
          <p:cNvCxnSpPr>
            <a:cxnSpLocks/>
          </p:cNvCxnSpPr>
          <p:nvPr/>
        </p:nvCxnSpPr>
        <p:spPr>
          <a:xfrm>
            <a:off x="7055044" y="213890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A5F3422-2406-1579-ACBA-D2A4E50B1FB0}"/>
              </a:ext>
            </a:extLst>
          </p:cNvPr>
          <p:cNvCxnSpPr>
            <a:cxnSpLocks/>
          </p:cNvCxnSpPr>
          <p:nvPr/>
        </p:nvCxnSpPr>
        <p:spPr>
          <a:xfrm>
            <a:off x="9527311" y="192324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6233B3C-8CAB-4AD9-DDE6-BC82B5357A8E}"/>
              </a:ext>
            </a:extLst>
          </p:cNvPr>
          <p:cNvSpPr/>
          <p:nvPr/>
        </p:nvSpPr>
        <p:spPr>
          <a:xfrm>
            <a:off x="5170827" y="359005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DD7CD64-2607-C289-597F-644BB001233A}"/>
              </a:ext>
            </a:extLst>
          </p:cNvPr>
          <p:cNvCxnSpPr>
            <a:cxnSpLocks/>
          </p:cNvCxnSpPr>
          <p:nvPr/>
        </p:nvCxnSpPr>
        <p:spPr>
          <a:xfrm>
            <a:off x="4835235" y="3968746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050D7E3-FEDB-359A-86EF-4348547B1E90}"/>
              </a:ext>
            </a:extLst>
          </p:cNvPr>
          <p:cNvSpPr/>
          <p:nvPr/>
        </p:nvSpPr>
        <p:spPr>
          <a:xfrm>
            <a:off x="7643092" y="2669008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상품등록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DDDB991-2DD5-EACA-CC6B-C40025A56CF0}"/>
              </a:ext>
            </a:extLst>
          </p:cNvPr>
          <p:cNvSpPr/>
          <p:nvPr/>
        </p:nvSpPr>
        <p:spPr>
          <a:xfrm>
            <a:off x="5170827" y="2679750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상품등록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95DA741-F61C-2DBE-EA39-05B298D3C874}"/>
              </a:ext>
            </a:extLst>
          </p:cNvPr>
          <p:cNvCxnSpPr>
            <a:cxnSpLocks/>
          </p:cNvCxnSpPr>
          <p:nvPr/>
        </p:nvCxnSpPr>
        <p:spPr>
          <a:xfrm>
            <a:off x="4835235" y="3049204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B0A8F02-6F30-8FEB-12EF-27D9F23E201C}"/>
              </a:ext>
            </a:extLst>
          </p:cNvPr>
          <p:cNvCxnSpPr>
            <a:cxnSpLocks/>
          </p:cNvCxnSpPr>
          <p:nvPr/>
        </p:nvCxnSpPr>
        <p:spPr>
          <a:xfrm>
            <a:off x="7055046" y="283354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D746DE9-1754-3DBD-D2C0-35926D2E01C6}"/>
              </a:ext>
            </a:extLst>
          </p:cNvPr>
          <p:cNvSpPr/>
          <p:nvPr/>
        </p:nvSpPr>
        <p:spPr>
          <a:xfrm>
            <a:off x="2698560" y="4500362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마이페이지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F22E6EF-DD90-AE0A-7588-65EEBA47CFE0}"/>
              </a:ext>
            </a:extLst>
          </p:cNvPr>
          <p:cNvCxnSpPr>
            <a:cxnSpLocks/>
          </p:cNvCxnSpPr>
          <p:nvPr/>
        </p:nvCxnSpPr>
        <p:spPr>
          <a:xfrm flipV="1">
            <a:off x="2350654" y="4869816"/>
            <a:ext cx="347906" cy="107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7DC6232-3754-D661-DAB3-630897A231DF}"/>
              </a:ext>
            </a:extLst>
          </p:cNvPr>
          <p:cNvSpPr/>
          <p:nvPr/>
        </p:nvSpPr>
        <p:spPr>
          <a:xfrm>
            <a:off x="5170827" y="45111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 정보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/info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3ED08A9-EC7D-FFF1-8C55-66CC02968133}"/>
              </a:ext>
            </a:extLst>
          </p:cNvPr>
          <p:cNvCxnSpPr>
            <a:cxnSpLocks/>
          </p:cNvCxnSpPr>
          <p:nvPr/>
        </p:nvCxnSpPr>
        <p:spPr>
          <a:xfrm>
            <a:off x="4582779" y="488055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8F9DECE-5DD7-476F-4B9C-58EE03236DCA}"/>
              </a:ext>
            </a:extLst>
          </p:cNvPr>
          <p:cNvCxnSpPr>
            <a:cxnSpLocks/>
          </p:cNvCxnSpPr>
          <p:nvPr/>
        </p:nvCxnSpPr>
        <p:spPr>
          <a:xfrm>
            <a:off x="2369127" y="1181398"/>
            <a:ext cx="0" cy="369916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4F59CEA7-8CD0-98F7-133D-44CD43EAC71A}"/>
              </a:ext>
            </a:extLst>
          </p:cNvPr>
          <p:cNvCxnSpPr>
            <a:cxnSpLocks/>
          </p:cNvCxnSpPr>
          <p:nvPr/>
        </p:nvCxnSpPr>
        <p:spPr>
          <a:xfrm>
            <a:off x="4835235" y="2113204"/>
            <a:ext cx="0" cy="187200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3145147B-D6E9-7709-1A19-3D2E9F16A4D5}"/>
              </a:ext>
            </a:extLst>
          </p:cNvPr>
          <p:cNvSpPr/>
          <p:nvPr/>
        </p:nvSpPr>
        <p:spPr>
          <a:xfrm>
            <a:off x="10115357" y="2128158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상품삭제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ECF0991-E225-A7BF-2A5A-7ADFE77DA0CF}"/>
              </a:ext>
            </a:extLst>
          </p:cNvPr>
          <p:cNvCxnSpPr>
            <a:cxnSpLocks/>
          </p:cNvCxnSpPr>
          <p:nvPr/>
        </p:nvCxnSpPr>
        <p:spPr>
          <a:xfrm>
            <a:off x="9527311" y="229269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507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48C8-B140-21AD-16B5-BB1225C7C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299857-8F49-4FDF-232B-A233901A8E97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495E6C-913F-BBC0-0A7B-422941E7A6F6}"/>
              </a:ext>
            </a:extLst>
          </p:cNvPr>
          <p:cNvSpPr/>
          <p:nvPr/>
        </p:nvSpPr>
        <p:spPr>
          <a:xfrm>
            <a:off x="10123055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구매완료</a:t>
            </a:r>
          </a:p>
        </p:txBody>
      </p:sp>
      <p:sp>
        <p:nvSpPr>
          <p:cNvPr id="7" name="설명선: 위쪽 화살표 6">
            <a:extLst>
              <a:ext uri="{FF2B5EF4-FFF2-40B4-BE49-F238E27FC236}">
                <a16:creationId xmlns:a16="http://schemas.microsoft.com/office/drawing/2014/main" id="{8E8AF86D-0FA2-5CB7-5B32-640C491D62F6}"/>
              </a:ext>
            </a:extLst>
          </p:cNvPr>
          <p:cNvSpPr/>
          <p:nvPr/>
        </p:nvSpPr>
        <p:spPr>
          <a:xfrm>
            <a:off x="8340439" y="1560949"/>
            <a:ext cx="3020291" cy="1108363"/>
          </a:xfrm>
          <a:prstGeom prst="upArrowCallout">
            <a:avLst>
              <a:gd name="adj1" fmla="val 25000"/>
              <a:gd name="adj2" fmla="val 25000"/>
              <a:gd name="adj3" fmla="val 25000"/>
              <a:gd name="adj4" fmla="val 4997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물품구입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배송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입금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D9EDB02-E5DA-D556-012A-F8ED3D3F8238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목록 조회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D05DC5-7C4E-52AA-45F7-E0BF05F66821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상세 조회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043FE53-41AC-E7FD-8D2D-638440F8B534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7334A30-C154-3404-A7EC-4F5AF0DB0BED}"/>
              </a:ext>
            </a:extLst>
          </p:cNvPr>
          <p:cNvSpPr/>
          <p:nvPr/>
        </p:nvSpPr>
        <p:spPr>
          <a:xfrm>
            <a:off x="76430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구매요청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846CEAF-1AFB-4F6E-D52E-56320F2E6686}"/>
              </a:ext>
            </a:extLst>
          </p:cNvPr>
          <p:cNvSpPr/>
          <p:nvPr/>
        </p:nvSpPr>
        <p:spPr>
          <a:xfrm>
            <a:off x="5170827" y="19304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D7AF16D0-77DC-1E68-8938-624CE76E5EF1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1CD5FC57-9D90-D20E-665C-65F49C33CC2D}"/>
              </a:ext>
            </a:extLst>
          </p:cNvPr>
          <p:cNvCxnSpPr>
            <a:cxnSpLocks/>
          </p:cNvCxnSpPr>
          <p:nvPr/>
        </p:nvCxnSpPr>
        <p:spPr>
          <a:xfrm>
            <a:off x="7055045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FD1CE6B-B65A-E087-6CED-CC3C64963ED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9F998BCF-7236-A5D2-148B-E65951879FD4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110512" y="1361214"/>
            <a:ext cx="3060315" cy="938645"/>
          </a:xfrm>
          <a:prstGeom prst="bentConnector3">
            <a:avLst>
              <a:gd name="adj1" fmla="val 955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AEB3B4DC-E256-00B2-8745-30ACAB15A00A}"/>
              </a:ext>
            </a:extLst>
          </p:cNvPr>
          <p:cNvCxnSpPr>
            <a:cxnSpLocks/>
            <a:stCxn id="16" idx="3"/>
            <a:endCxn id="13" idx="1"/>
          </p:cNvCxnSpPr>
          <p:nvPr/>
        </p:nvCxnSpPr>
        <p:spPr>
          <a:xfrm flipV="1">
            <a:off x="7055046" y="1361214"/>
            <a:ext cx="588047" cy="93864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47F353B-8AE8-EC94-C5B7-36B8EE848250}"/>
              </a:ext>
            </a:extLst>
          </p:cNvPr>
          <p:cNvCxnSpPr>
            <a:cxnSpLocks/>
          </p:cNvCxnSpPr>
          <p:nvPr/>
        </p:nvCxnSpPr>
        <p:spPr>
          <a:xfrm>
            <a:off x="95273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82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DCB7-4F40-2BAC-6EBE-2EF1765D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B05D502-E366-1B6D-CBC3-DE0C84D74EA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640670" y="1730668"/>
            <a:ext cx="0" cy="308128"/>
          </a:xfrm>
          <a:prstGeom prst="line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E4BE90C-5BF9-B25D-E087-7E86EBF35FF3}"/>
              </a:ext>
            </a:extLst>
          </p:cNvPr>
          <p:cNvSpPr/>
          <p:nvPr/>
        </p:nvSpPr>
        <p:spPr>
          <a:xfrm>
            <a:off x="362309" y="2038796"/>
            <a:ext cx="9488392" cy="738909"/>
          </a:xfrm>
          <a:prstGeom prst="roundRect">
            <a:avLst>
              <a:gd name="adj" fmla="val 572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13BF655-283B-1B02-BA16-B10B29C3FF9A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A973D37-30FB-B5E2-AD06-72AC38E29B32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요청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login.vue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755D729-1D1C-F909-914A-D63ED7A0EA3B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처리</a:t>
            </a:r>
            <a:endParaRPr lang="en-US" altLang="ko-KR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UserService.java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BCC5A29-F0F5-CEDB-E45A-A14A4019CD78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사용자 정보 저장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user.js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2129779-0AD4-C960-91DE-05E1E356E05E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65A787A-8B19-5CA1-40D5-81DB914C7BE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760CF9-6EBB-C907-CB10-6767C6732DC9}"/>
              </a:ext>
            </a:extLst>
          </p:cNvPr>
          <p:cNvSpPr/>
          <p:nvPr/>
        </p:nvSpPr>
        <p:spPr>
          <a:xfrm>
            <a:off x="44463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 검증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92E54E-149F-CCBF-A2F0-96BAC64B99E9}"/>
              </a:ext>
            </a:extLst>
          </p:cNvPr>
          <p:cNvSpPr/>
          <p:nvPr/>
        </p:nvSpPr>
        <p:spPr>
          <a:xfrm>
            <a:off x="234129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AccessToken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CE9051-6E2A-EDED-07D6-9844CF4B4A1F}"/>
              </a:ext>
            </a:extLst>
          </p:cNvPr>
          <p:cNvSpPr/>
          <p:nvPr/>
        </p:nvSpPr>
        <p:spPr>
          <a:xfrm>
            <a:off x="423795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</a:t>
            </a: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73A3B0-E831-555B-E03C-90570BAC8AC7}"/>
              </a:ext>
            </a:extLst>
          </p:cNvPr>
          <p:cNvSpPr/>
          <p:nvPr/>
        </p:nvSpPr>
        <p:spPr>
          <a:xfrm>
            <a:off x="6134619" y="2107252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 </a:t>
            </a:r>
            <a:r>
              <a:rPr lang="ko-KR" altLang="en-US" sz="12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9C8A23-F9EA-0BB9-07C4-FF229AB53859}"/>
              </a:ext>
            </a:extLst>
          </p:cNvPr>
          <p:cNvSpPr/>
          <p:nvPr/>
        </p:nvSpPr>
        <p:spPr>
          <a:xfrm>
            <a:off x="8031279" y="2107251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009C249-7454-0554-977F-F64AC444CF23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9734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D1C7-B857-966D-430B-5CE5379E1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5356E6CA-1D50-8513-AF48-0B4533D37DF5}"/>
              </a:ext>
            </a:extLst>
          </p:cNvPr>
          <p:cNvSpPr/>
          <p:nvPr/>
        </p:nvSpPr>
        <p:spPr>
          <a:xfrm>
            <a:off x="237836" y="3628237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화면 이동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15E4C30-E661-E5BC-9082-E0B4756031E0}"/>
              </a:ext>
            </a:extLst>
          </p:cNvPr>
          <p:cNvSpPr/>
          <p:nvPr/>
        </p:nvSpPr>
        <p:spPr>
          <a:xfrm>
            <a:off x="22629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auth.ts</a:t>
            </a:r>
            <a:endParaRPr lang="en-US" altLang="ko-K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/auth/check</a:t>
            </a:r>
            <a:endParaRPr lang="ko-KR" alt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2BE974B-DDBD-F296-1785-5D629FCDCE64}"/>
              </a:ext>
            </a:extLst>
          </p:cNvPr>
          <p:cNvSpPr/>
          <p:nvPr/>
        </p:nvSpPr>
        <p:spPr>
          <a:xfrm>
            <a:off x="269856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EEE6990-87B7-8300-BA14-91088EA1DBED}"/>
              </a:ext>
            </a:extLst>
          </p:cNvPr>
          <p:cNvCxnSpPr>
            <a:cxnSpLocks/>
          </p:cNvCxnSpPr>
          <p:nvPr/>
        </p:nvCxnSpPr>
        <p:spPr>
          <a:xfrm>
            <a:off x="4582778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C803E316-6235-AC16-88B6-F8FD7DE88C87}"/>
              </a:ext>
            </a:extLst>
          </p:cNvPr>
          <p:cNvCxnSpPr>
            <a:cxnSpLocks/>
          </p:cNvCxnSpPr>
          <p:nvPr/>
        </p:nvCxnSpPr>
        <p:spPr>
          <a:xfrm>
            <a:off x="2110512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70CDEB-C053-7965-F8C6-92FE858717F1}"/>
              </a:ext>
            </a:extLst>
          </p:cNvPr>
          <p:cNvCxnSpPr>
            <a:cxnSpLocks/>
          </p:cNvCxnSpPr>
          <p:nvPr/>
        </p:nvCxnSpPr>
        <p:spPr>
          <a:xfrm>
            <a:off x="3640670" y="5215740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FA80A71-9C9C-8578-0998-7FE82CFD79BC}"/>
              </a:ext>
            </a:extLst>
          </p:cNvPr>
          <p:cNvSpPr/>
          <p:nvPr/>
        </p:nvSpPr>
        <p:spPr>
          <a:xfrm>
            <a:off x="2698556" y="5528776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60C444C-42F0-B919-3F19-2CC61C3A4ACC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B9F4F6C-32D2-1A69-3FB7-D96215AFC2EC}"/>
              </a:ext>
            </a:extLst>
          </p:cNvPr>
          <p:cNvSpPr/>
          <p:nvPr/>
        </p:nvSpPr>
        <p:spPr>
          <a:xfrm>
            <a:off x="5170827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A121E85-9C0D-869F-2492-3884E6ADF92B}"/>
              </a:ext>
            </a:extLst>
          </p:cNvPr>
          <p:cNvCxnSpPr>
            <a:cxnSpLocks/>
          </p:cNvCxnSpPr>
          <p:nvPr/>
        </p:nvCxnSpPr>
        <p:spPr>
          <a:xfrm>
            <a:off x="4582778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BEA49F9-B5E4-5F18-7176-38C6146D5401}"/>
              </a:ext>
            </a:extLst>
          </p:cNvPr>
          <p:cNvSpPr/>
          <p:nvPr/>
        </p:nvSpPr>
        <p:spPr>
          <a:xfrm>
            <a:off x="7643098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4F99A20-D80C-9FAD-B6A5-1E3B54FB4000}"/>
              </a:ext>
            </a:extLst>
          </p:cNvPr>
          <p:cNvCxnSpPr>
            <a:cxnSpLocks/>
          </p:cNvCxnSpPr>
          <p:nvPr/>
        </p:nvCxnSpPr>
        <p:spPr>
          <a:xfrm>
            <a:off x="7055049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728290A5-6F61-683A-7B41-EBC62135CB9C}"/>
              </a:ext>
            </a:extLst>
          </p:cNvPr>
          <p:cNvSpPr/>
          <p:nvPr/>
        </p:nvSpPr>
        <p:spPr>
          <a:xfrm>
            <a:off x="764733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AuthControlle.java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813B19C-5F22-D941-9073-F0C2C825A2AA}"/>
              </a:ext>
            </a:extLst>
          </p:cNvPr>
          <p:cNvCxnSpPr>
            <a:cxnSpLocks/>
          </p:cNvCxnSpPr>
          <p:nvPr/>
        </p:nvCxnSpPr>
        <p:spPr>
          <a:xfrm>
            <a:off x="7059281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BD90222-76E6-DF32-8557-6EB77A005449}"/>
              </a:ext>
            </a:extLst>
          </p:cNvPr>
          <p:cNvSpPr/>
          <p:nvPr/>
        </p:nvSpPr>
        <p:spPr>
          <a:xfrm>
            <a:off x="5170827" y="4547255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7404739-8307-F880-CDAC-5FD70CE9C518}"/>
              </a:ext>
            </a:extLst>
          </p:cNvPr>
          <p:cNvSpPr/>
          <p:nvPr/>
        </p:nvSpPr>
        <p:spPr>
          <a:xfrm>
            <a:off x="10115369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3F4A12CA-2AB0-1A97-6CA4-82BDEEB81C49}"/>
              </a:ext>
            </a:extLst>
          </p:cNvPr>
          <p:cNvCxnSpPr>
            <a:cxnSpLocks/>
          </p:cNvCxnSpPr>
          <p:nvPr/>
        </p:nvCxnSpPr>
        <p:spPr>
          <a:xfrm>
            <a:off x="9527320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5FD967-B41A-EAC5-1BCE-1E99E94E8C7F}"/>
              </a:ext>
            </a:extLst>
          </p:cNvPr>
          <p:cNvSpPr/>
          <p:nvPr/>
        </p:nvSpPr>
        <p:spPr>
          <a:xfrm>
            <a:off x="237836" y="310912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요청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5EB710C-2A10-AD99-2D84-0F28A1FA840D}"/>
              </a:ext>
            </a:extLst>
          </p:cNvPr>
          <p:cNvSpPr/>
          <p:nvPr/>
        </p:nvSpPr>
        <p:spPr>
          <a:xfrm>
            <a:off x="226293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*.</a:t>
            </a:r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D6AF2EC-E062-2C34-0965-EC08305F0E01}"/>
              </a:ext>
            </a:extLst>
          </p:cNvPr>
          <p:cNvSpPr/>
          <p:nvPr/>
        </p:nvSpPr>
        <p:spPr>
          <a:xfrm>
            <a:off x="269856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B2962D2-2C41-BCDE-B191-4DBEAE6ECCC2}"/>
              </a:ext>
            </a:extLst>
          </p:cNvPr>
          <p:cNvCxnSpPr>
            <a:cxnSpLocks/>
          </p:cNvCxnSpPr>
          <p:nvPr/>
        </p:nvCxnSpPr>
        <p:spPr>
          <a:xfrm>
            <a:off x="4582778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92A219-F47B-E85C-7732-3414838C4654}"/>
              </a:ext>
            </a:extLst>
          </p:cNvPr>
          <p:cNvCxnSpPr>
            <a:cxnSpLocks/>
          </p:cNvCxnSpPr>
          <p:nvPr/>
        </p:nvCxnSpPr>
        <p:spPr>
          <a:xfrm>
            <a:off x="2110512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D443B96-AE16-275D-71DC-E7BBDE9BC3CA}"/>
              </a:ext>
            </a:extLst>
          </p:cNvPr>
          <p:cNvCxnSpPr>
            <a:cxnSpLocks/>
          </p:cNvCxnSpPr>
          <p:nvPr/>
        </p:nvCxnSpPr>
        <p:spPr>
          <a:xfrm>
            <a:off x="3640670" y="1898415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A0E7218-B39B-99A7-AD32-64F2B722AC9B}"/>
              </a:ext>
            </a:extLst>
          </p:cNvPr>
          <p:cNvSpPr/>
          <p:nvPr/>
        </p:nvSpPr>
        <p:spPr>
          <a:xfrm>
            <a:off x="2698556" y="2211451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02B4CB83-AD5E-1909-478F-0AE6B121AE0D}"/>
              </a:ext>
            </a:extLst>
          </p:cNvPr>
          <p:cNvSpPr/>
          <p:nvPr/>
        </p:nvSpPr>
        <p:spPr>
          <a:xfrm>
            <a:off x="5170827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997A3FC-CBD9-4D08-0985-5A0DAE2D43EA}"/>
              </a:ext>
            </a:extLst>
          </p:cNvPr>
          <p:cNvCxnSpPr>
            <a:cxnSpLocks/>
          </p:cNvCxnSpPr>
          <p:nvPr/>
        </p:nvCxnSpPr>
        <p:spPr>
          <a:xfrm>
            <a:off x="4582778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AD900EB-8D64-1218-F0B3-0FDB4D2D1367}"/>
              </a:ext>
            </a:extLst>
          </p:cNvPr>
          <p:cNvSpPr/>
          <p:nvPr/>
        </p:nvSpPr>
        <p:spPr>
          <a:xfrm>
            <a:off x="7643098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9A2E83C-73F4-B7DB-DF10-C43F76A187EB}"/>
              </a:ext>
            </a:extLst>
          </p:cNvPr>
          <p:cNvCxnSpPr>
            <a:cxnSpLocks/>
          </p:cNvCxnSpPr>
          <p:nvPr/>
        </p:nvCxnSpPr>
        <p:spPr>
          <a:xfrm>
            <a:off x="7055049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CE19BB1-6CBE-5D03-BB1C-21E2AA7C29D7}"/>
              </a:ext>
            </a:extLst>
          </p:cNvPr>
          <p:cNvSpPr/>
          <p:nvPr/>
        </p:nvSpPr>
        <p:spPr>
          <a:xfrm>
            <a:off x="764733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요청 결과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CC9D3CC-604A-3E90-C034-1BAF25A20EDB}"/>
              </a:ext>
            </a:extLst>
          </p:cNvPr>
          <p:cNvCxnSpPr>
            <a:cxnSpLocks/>
          </p:cNvCxnSpPr>
          <p:nvPr/>
        </p:nvCxnSpPr>
        <p:spPr>
          <a:xfrm>
            <a:off x="7059281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128F4E3-8041-D6D1-B510-ABCF479CFC30}"/>
              </a:ext>
            </a:extLst>
          </p:cNvPr>
          <p:cNvSpPr/>
          <p:nvPr/>
        </p:nvSpPr>
        <p:spPr>
          <a:xfrm>
            <a:off x="5170827" y="1229930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91A3A07-05F3-89C2-24D4-B3226BA060B2}"/>
              </a:ext>
            </a:extLst>
          </p:cNvPr>
          <p:cNvSpPr/>
          <p:nvPr/>
        </p:nvSpPr>
        <p:spPr>
          <a:xfrm>
            <a:off x="10115369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32C5C83-2E2D-8384-2C93-BE1DC80769F3}"/>
              </a:ext>
            </a:extLst>
          </p:cNvPr>
          <p:cNvCxnSpPr>
            <a:cxnSpLocks/>
          </p:cNvCxnSpPr>
          <p:nvPr/>
        </p:nvCxnSpPr>
        <p:spPr>
          <a:xfrm>
            <a:off x="9527320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66293C9-C0EF-C660-239C-FAB21E4F992E}"/>
              </a:ext>
            </a:extLst>
          </p:cNvPr>
          <p:cNvSpPr/>
          <p:nvPr/>
        </p:nvSpPr>
        <p:spPr>
          <a:xfrm>
            <a:off x="1012383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값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243CB31-E6BF-18BC-8413-8909DD228D0A}"/>
              </a:ext>
            </a:extLst>
          </p:cNvPr>
          <p:cNvCxnSpPr>
            <a:cxnSpLocks/>
          </p:cNvCxnSpPr>
          <p:nvPr/>
        </p:nvCxnSpPr>
        <p:spPr>
          <a:xfrm>
            <a:off x="9535784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065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581891" y="834678"/>
            <a:ext cx="11000508" cy="44577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7254008" y="2662380"/>
            <a:ext cx="1138384" cy="909782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화면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4390734" y="2662380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E8B632-B5E3-8528-E500-62414D12EA84}"/>
              </a:ext>
            </a:extLst>
          </p:cNvPr>
          <p:cNvSpPr/>
          <p:nvPr/>
        </p:nvSpPr>
        <p:spPr>
          <a:xfrm>
            <a:off x="3162297" y="2662380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C7E1B4C-C802-A4DA-966B-36EA566D2BE1}"/>
              </a:ext>
            </a:extLst>
          </p:cNvPr>
          <p:cNvSpPr/>
          <p:nvPr/>
        </p:nvSpPr>
        <p:spPr>
          <a:xfrm>
            <a:off x="4390734" y="3158952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5114FF-C1D9-4F8A-75E5-AA34AA91382A}"/>
              </a:ext>
            </a:extLst>
          </p:cNvPr>
          <p:cNvSpPr/>
          <p:nvPr/>
        </p:nvSpPr>
        <p:spPr>
          <a:xfrm>
            <a:off x="3162297" y="3158952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858E7B-7E84-5EF0-8339-E199EDEB8BCE}"/>
              </a:ext>
            </a:extLst>
          </p:cNvPr>
          <p:cNvSpPr/>
          <p:nvPr/>
        </p:nvSpPr>
        <p:spPr>
          <a:xfrm>
            <a:off x="7036951" y="3672674"/>
            <a:ext cx="1048329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저장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B19ED45-E7DA-4527-2F68-543CF0922054}"/>
              </a:ext>
            </a:extLst>
          </p:cNvPr>
          <p:cNvSpPr/>
          <p:nvPr/>
        </p:nvSpPr>
        <p:spPr>
          <a:xfrm>
            <a:off x="8086438" y="3672674"/>
            <a:ext cx="305954" cy="30456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113CB1D-048F-974D-7EEF-F05B170FBED4}"/>
              </a:ext>
            </a:extLst>
          </p:cNvPr>
          <p:cNvSpPr/>
          <p:nvPr/>
        </p:nvSpPr>
        <p:spPr>
          <a:xfrm>
            <a:off x="5141186" y="3672674"/>
            <a:ext cx="1843818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비밀번호 찾기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8CFBF7-C5D5-2134-EE80-9E9222C97C76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871BEA3-55D5-2A41-D1BC-DDCCFB1B24D9}"/>
              </a:ext>
            </a:extLst>
          </p:cNvPr>
          <p:cNvSpPr/>
          <p:nvPr/>
        </p:nvSpPr>
        <p:spPr>
          <a:xfrm>
            <a:off x="4984173" y="3544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EACA9C6-84A0-A201-DC82-42A917D005F6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624764-7117-4B78-EB8E-B524D55667B9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카카오 오픈 채팅 주소로 연결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858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39F6-85FE-A7D8-C2C8-5369F9CAF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FD7DF29-6F36-78EB-FF0A-B5F38625A9C2}"/>
              </a:ext>
            </a:extLst>
          </p:cNvPr>
          <p:cNvSpPr/>
          <p:nvPr/>
        </p:nvSpPr>
        <p:spPr>
          <a:xfrm>
            <a:off x="581891" y="834678"/>
            <a:ext cx="11000508" cy="4471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89FD6F3-1634-A1FF-7A03-B08627E9DDC3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마이페이지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CA139E-AF62-7696-E664-E25207CCA6CA}"/>
              </a:ext>
            </a:extLst>
          </p:cNvPr>
          <p:cNvSpPr/>
          <p:nvPr/>
        </p:nvSpPr>
        <p:spPr>
          <a:xfrm>
            <a:off x="2140527" y="1055253"/>
            <a:ext cx="27732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id1234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5C1102-C039-3B4A-D013-D86576598DFA}"/>
              </a:ext>
            </a:extLst>
          </p:cNvPr>
          <p:cNvSpPr/>
          <p:nvPr/>
        </p:nvSpPr>
        <p:spPr>
          <a:xfrm>
            <a:off x="912090" y="1055253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AF47BB-E654-C56D-3910-53E0780E2610}"/>
              </a:ext>
            </a:extLst>
          </p:cNvPr>
          <p:cNvSpPr/>
          <p:nvPr/>
        </p:nvSpPr>
        <p:spPr>
          <a:xfrm>
            <a:off x="912090" y="155182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E29025-2978-6C47-B004-47BB36EB5A47}"/>
              </a:ext>
            </a:extLst>
          </p:cNvPr>
          <p:cNvSpPr/>
          <p:nvPr/>
        </p:nvSpPr>
        <p:spPr>
          <a:xfrm>
            <a:off x="2140527" y="2886715"/>
            <a:ext cx="9266382" cy="145437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723054-93C8-5C54-3223-8261D07CDB96}"/>
              </a:ext>
            </a:extLst>
          </p:cNvPr>
          <p:cNvSpPr/>
          <p:nvPr/>
        </p:nvSpPr>
        <p:spPr>
          <a:xfrm>
            <a:off x="912090" y="288671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메모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C4C3864-1B78-85B2-C9F8-195C7C67B1A0}"/>
              </a:ext>
            </a:extLst>
          </p:cNvPr>
          <p:cNvSpPr/>
          <p:nvPr/>
        </p:nvSpPr>
        <p:spPr>
          <a:xfrm>
            <a:off x="3941617" y="1581843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0BC15D3-CE98-6CFB-1F4A-F95587D9F5D9}"/>
              </a:ext>
            </a:extLst>
          </p:cNvPr>
          <p:cNvSpPr/>
          <p:nvPr/>
        </p:nvSpPr>
        <p:spPr>
          <a:xfrm>
            <a:off x="4745181" y="4632210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6DB7B11-CEF1-B5F5-2C2D-FBAACE81FB19}"/>
              </a:ext>
            </a:extLst>
          </p:cNvPr>
          <p:cNvSpPr/>
          <p:nvPr/>
        </p:nvSpPr>
        <p:spPr>
          <a:xfrm>
            <a:off x="6082145" y="4632210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돌아가기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DF29D7B-38D6-2595-EB1E-77706AD43D8B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CDA8C77-F92F-8D27-BF8B-3B0AA723A460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E817F32-5739-BF17-7386-2E0B7A608D1C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24F757A-AC6F-A572-6155-70F9B1D2FE03}"/>
              </a:ext>
            </a:extLst>
          </p:cNvPr>
          <p:cNvSpPr/>
          <p:nvPr/>
        </p:nvSpPr>
        <p:spPr>
          <a:xfrm>
            <a:off x="912090" y="207841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8021C3-5522-A68A-55CA-9D92DC0B0FCE}"/>
              </a:ext>
            </a:extLst>
          </p:cNvPr>
          <p:cNvSpPr/>
          <p:nvPr/>
        </p:nvSpPr>
        <p:spPr>
          <a:xfrm>
            <a:off x="2140527" y="2108433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변경하기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371FE43-63EA-7F82-955C-4A07804DCE8F}"/>
              </a:ext>
            </a:extLst>
          </p:cNvPr>
          <p:cNvSpPr/>
          <p:nvPr/>
        </p:nvSpPr>
        <p:spPr>
          <a:xfrm>
            <a:off x="1958656" y="1957989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6416B04-39E1-43DD-57A6-117EA546B37D}"/>
              </a:ext>
            </a:extLst>
          </p:cNvPr>
          <p:cNvSpPr/>
          <p:nvPr/>
        </p:nvSpPr>
        <p:spPr>
          <a:xfrm>
            <a:off x="2140527" y="1581843"/>
            <a:ext cx="27732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nickname1234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7F80C16-A63C-78F3-71D1-29116C8CFB5A}"/>
              </a:ext>
            </a:extLst>
          </p:cNvPr>
          <p:cNvSpPr/>
          <p:nvPr/>
        </p:nvSpPr>
        <p:spPr>
          <a:xfrm>
            <a:off x="3775364" y="1396450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B92B4B1-EEFC-9A5F-05C0-BA7EDD74325D}"/>
              </a:ext>
            </a:extLst>
          </p:cNvPr>
          <p:cNvSpPr/>
          <p:nvPr/>
        </p:nvSpPr>
        <p:spPr>
          <a:xfrm>
            <a:off x="1" y="5907010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89D9DCC-D6C9-A787-81D8-CFC0054AE552}"/>
              </a:ext>
            </a:extLst>
          </p:cNvPr>
          <p:cNvSpPr/>
          <p:nvPr/>
        </p:nvSpPr>
        <p:spPr>
          <a:xfrm>
            <a:off x="172024" y="6052483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133E872-A525-CF77-794D-A248B619E546}"/>
              </a:ext>
            </a:extLst>
          </p:cNvPr>
          <p:cNvSpPr/>
          <p:nvPr/>
        </p:nvSpPr>
        <p:spPr>
          <a:xfrm>
            <a:off x="445712" y="5981508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</p:spTree>
    <p:extLst>
      <p:ext uri="{BB962C8B-B14F-4D97-AF65-F5344CB8AC3E}">
        <p14:creationId xmlns:p14="http://schemas.microsoft.com/office/powerpoint/2010/main" val="1777419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CD08559D-527B-8856-9A5B-A3FCD190B4D3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1228436" y="1873775"/>
            <a:ext cx="8806874" cy="46932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상품 목록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7A3782-F727-5765-86BF-373C41509FA8}"/>
              </a:ext>
            </a:extLst>
          </p:cNvPr>
          <p:cNvSpPr/>
          <p:nvPr/>
        </p:nvSpPr>
        <p:spPr>
          <a:xfrm>
            <a:off x="1403921" y="2738643"/>
            <a:ext cx="2147455" cy="30527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560939" y="2989178"/>
            <a:ext cx="1874983" cy="90978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0AE4626-D383-B815-E73F-D227CB21C2ED}"/>
              </a:ext>
            </a:extLst>
          </p:cNvPr>
          <p:cNvSpPr/>
          <p:nvPr/>
        </p:nvSpPr>
        <p:spPr>
          <a:xfrm>
            <a:off x="1560939" y="4582447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구매하기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1560938" y="40282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53774DC-BB74-FF83-0895-CF1D83A65C09}"/>
              </a:ext>
            </a:extLst>
          </p:cNvPr>
          <p:cNvSpPr/>
          <p:nvPr/>
        </p:nvSpPr>
        <p:spPr>
          <a:xfrm>
            <a:off x="1560939" y="514586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1627F6-618A-F013-3572-4E737ED87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490" y="2738643"/>
            <a:ext cx="1920464" cy="308042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8A29AC7-1282-79C7-3D65-F0A6115AE4E8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FDB7A95-98E2-44C7-477A-473AAE483157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54EEF45-42AD-2DFF-7271-4529E03AC89A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4D36589E-E95E-FB64-54EB-BE3BF51199E9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C486507-9CE3-3983-D1B5-1BFA4FDBAD18}"/>
              </a:ext>
            </a:extLst>
          </p:cNvPr>
          <p:cNvSpPr/>
          <p:nvPr/>
        </p:nvSpPr>
        <p:spPr>
          <a:xfrm>
            <a:off x="8590972" y="2153174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66CFC227-171C-67D4-73DE-E27047A8A8F0}"/>
              </a:ext>
            </a:extLst>
          </p:cNvPr>
          <p:cNvSpPr/>
          <p:nvPr/>
        </p:nvSpPr>
        <p:spPr>
          <a:xfrm flipV="1">
            <a:off x="8775700" y="2236250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38052F3-6E1E-DEB5-258A-D6B4E55E0E5B}"/>
              </a:ext>
            </a:extLst>
          </p:cNvPr>
          <p:cNvSpPr/>
          <p:nvPr/>
        </p:nvSpPr>
        <p:spPr>
          <a:xfrm>
            <a:off x="1403921" y="2320702"/>
            <a:ext cx="89592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총 </a:t>
            </a:r>
            <a:r>
              <a:rPr lang="en-US" altLang="ko-KR" dirty="0">
                <a:solidFill>
                  <a:schemeClr val="tx1"/>
                </a:solidFill>
              </a:rPr>
              <a:t>n</a:t>
            </a:r>
            <a:r>
              <a:rPr lang="ko-KR" altLang="en-US" dirty="0">
                <a:solidFill>
                  <a:schemeClr val="tx1"/>
                </a:solidFill>
              </a:rPr>
              <a:t>개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0CD34B-9BBB-5C1B-4DC5-5FE65659B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959" y="2710934"/>
            <a:ext cx="1920464" cy="308042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7770444-E8C1-1526-6A6D-E1182C46A85F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3" name="이등변 삼각형 2">
            <a:extLst>
              <a:ext uri="{FF2B5EF4-FFF2-40B4-BE49-F238E27FC236}">
                <a16:creationId xmlns:a16="http://schemas.microsoft.com/office/drawing/2014/main" id="{60B36FB9-EAB1-0E7B-E0DE-F8203BA36C65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19087D-C928-A742-E93E-8A55818BE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857" y="2674980"/>
            <a:ext cx="1920464" cy="308042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0FB6D94-02CD-0481-FD94-37E3D1AA19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874" y="5135566"/>
            <a:ext cx="483666" cy="48366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81AF8C-B3F2-E22E-4C6E-172BA9AC9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207" y="5268334"/>
            <a:ext cx="483666" cy="483666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D0ED6-69E9-4840-355B-218A4BAF25C2}"/>
              </a:ext>
            </a:extLst>
          </p:cNvPr>
          <p:cNvSpPr/>
          <p:nvPr/>
        </p:nvSpPr>
        <p:spPr>
          <a:xfrm>
            <a:off x="8724901" y="5926871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등록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3C9127-8C4F-CEB9-A280-8BCF6E4CB341}"/>
              </a:ext>
            </a:extLst>
          </p:cNvPr>
          <p:cNvSpPr/>
          <p:nvPr/>
        </p:nvSpPr>
        <p:spPr>
          <a:xfrm>
            <a:off x="8002857" y="2674980"/>
            <a:ext cx="1853499" cy="3077020"/>
          </a:xfrm>
          <a:prstGeom prst="rect">
            <a:avLst/>
          </a:prstGeom>
          <a:solidFill>
            <a:srgbClr val="000000">
              <a:alpha val="67059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품절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4198C26-C1B2-6891-109B-7AE1661552FD}"/>
              </a:ext>
            </a:extLst>
          </p:cNvPr>
          <p:cNvSpPr/>
          <p:nvPr/>
        </p:nvSpPr>
        <p:spPr>
          <a:xfrm>
            <a:off x="6437744" y="2156807"/>
            <a:ext cx="160481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b="1" dirty="0">
                <a:solidFill>
                  <a:schemeClr val="tx1"/>
                </a:solidFill>
              </a:rPr>
              <a:t>품절 상품 숨기기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96CFFA-CB88-8FDA-EC46-ED6495109BAA}"/>
              </a:ext>
            </a:extLst>
          </p:cNvPr>
          <p:cNvSpPr/>
          <p:nvPr/>
        </p:nvSpPr>
        <p:spPr>
          <a:xfrm>
            <a:off x="8051352" y="2233938"/>
            <a:ext cx="286778" cy="26329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854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71F30A-C662-7C2D-E86A-D918F0F5B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364" y="791961"/>
            <a:ext cx="2336799" cy="12281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140907-A89A-2F77-C953-DE8E8D902414}"/>
              </a:ext>
            </a:extLst>
          </p:cNvPr>
          <p:cNvSpPr/>
          <p:nvPr/>
        </p:nvSpPr>
        <p:spPr>
          <a:xfrm>
            <a:off x="5574144" y="3417452"/>
            <a:ext cx="1874983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 담기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구매하기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7B35C0-F4E5-2794-1487-BE92D4D76858}"/>
              </a:ext>
            </a:extLst>
          </p:cNvPr>
          <p:cNvSpPr/>
          <p:nvPr/>
        </p:nvSpPr>
        <p:spPr>
          <a:xfrm>
            <a:off x="7601533" y="341745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DDF1D0-CCD8-E8F1-BE52-0E63215B2B71}"/>
              </a:ext>
            </a:extLst>
          </p:cNvPr>
          <p:cNvSpPr/>
          <p:nvPr/>
        </p:nvSpPr>
        <p:spPr>
          <a:xfrm>
            <a:off x="4715164" y="3417451"/>
            <a:ext cx="70658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개수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89651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005238-9333-2F99-A834-EF55F9C4F934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B11346-E7AB-EE1C-F277-CCB816B9ACED}"/>
              </a:ext>
            </a:extLst>
          </p:cNvPr>
          <p:cNvSpPr/>
          <p:nvPr/>
        </p:nvSpPr>
        <p:spPr>
          <a:xfrm>
            <a:off x="7315201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374815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구매하기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 조회 화면 사용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91960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F47772C-2274-78DD-BD4E-F2D2711DDC6F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649525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장바구니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F08235D-6DCD-94FF-89C3-3B3E33214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188" y="3269673"/>
            <a:ext cx="4080538" cy="29243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480291" y="83481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969230" y="103693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2996610" y="159565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3006989" y="103693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4BE3B22-D8B6-0B88-5C6B-E7D25CAA9CAB}"/>
              </a:ext>
            </a:extLst>
          </p:cNvPr>
          <p:cNvSpPr/>
          <p:nvPr/>
        </p:nvSpPr>
        <p:spPr>
          <a:xfrm>
            <a:off x="9199417" y="877455"/>
            <a:ext cx="2147455" cy="12943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2C7F8E6-7DF5-9665-B634-A7BF340ACA51}"/>
              </a:ext>
            </a:extLst>
          </p:cNvPr>
          <p:cNvSpPr/>
          <p:nvPr/>
        </p:nvSpPr>
        <p:spPr>
          <a:xfrm>
            <a:off x="9356435" y="111062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9189367-B4E8-AC9E-8714-0A8000E5E860}"/>
              </a:ext>
            </a:extLst>
          </p:cNvPr>
          <p:cNvSpPr/>
          <p:nvPr/>
        </p:nvSpPr>
        <p:spPr>
          <a:xfrm>
            <a:off x="10005290" y="1698142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A2494F0-461B-BF03-CF88-A0D670133719}"/>
              </a:ext>
            </a:extLst>
          </p:cNvPr>
          <p:cNvSpPr/>
          <p:nvPr/>
        </p:nvSpPr>
        <p:spPr>
          <a:xfrm>
            <a:off x="2996610" y="260118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D26D933-A917-6A00-C1BF-F225F8BC1BB3}"/>
              </a:ext>
            </a:extLst>
          </p:cNvPr>
          <p:cNvSpPr/>
          <p:nvPr/>
        </p:nvSpPr>
        <p:spPr>
          <a:xfrm>
            <a:off x="6822039" y="266930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0BDE74D-C9AD-CDA2-9AF3-2B602C099A55}"/>
              </a:ext>
            </a:extLst>
          </p:cNvPr>
          <p:cNvSpPr/>
          <p:nvPr/>
        </p:nvSpPr>
        <p:spPr>
          <a:xfrm>
            <a:off x="469313" y="347179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F2B6450-3DFA-CC95-C78D-F4E832D893D3}"/>
              </a:ext>
            </a:extLst>
          </p:cNvPr>
          <p:cNvSpPr/>
          <p:nvPr/>
        </p:nvSpPr>
        <p:spPr>
          <a:xfrm>
            <a:off x="958252" y="367391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EFC5303-1BB9-892E-BEEB-906DD8D81115}"/>
              </a:ext>
            </a:extLst>
          </p:cNvPr>
          <p:cNvSpPr/>
          <p:nvPr/>
        </p:nvSpPr>
        <p:spPr>
          <a:xfrm>
            <a:off x="2985632" y="423263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DE7609E-0B94-9729-5D0D-C3DF3D121DD5}"/>
              </a:ext>
            </a:extLst>
          </p:cNvPr>
          <p:cNvSpPr/>
          <p:nvPr/>
        </p:nvSpPr>
        <p:spPr>
          <a:xfrm>
            <a:off x="2996011" y="367391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7CB0159-F3BB-627E-6BAB-AC8B2149497F}"/>
              </a:ext>
            </a:extLst>
          </p:cNvPr>
          <p:cNvSpPr/>
          <p:nvPr/>
        </p:nvSpPr>
        <p:spPr>
          <a:xfrm>
            <a:off x="2985632" y="523816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1DF24F8-7421-D81B-D02E-C4648859C132}"/>
              </a:ext>
            </a:extLst>
          </p:cNvPr>
          <p:cNvSpPr/>
          <p:nvPr/>
        </p:nvSpPr>
        <p:spPr>
          <a:xfrm>
            <a:off x="6811061" y="530628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615FD5-8026-B4A7-0F2E-DE7994DAA06C}"/>
              </a:ext>
            </a:extLst>
          </p:cNvPr>
          <p:cNvSpPr/>
          <p:nvPr/>
        </p:nvSpPr>
        <p:spPr>
          <a:xfrm>
            <a:off x="595452" y="1924357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accent1"/>
                </a:solidFill>
              </a:rPr>
              <a:t>√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AFFBA2-DC53-E9F2-3C38-3F2D87F4D487}"/>
              </a:ext>
            </a:extLst>
          </p:cNvPr>
          <p:cNvSpPr/>
          <p:nvPr/>
        </p:nvSpPr>
        <p:spPr>
          <a:xfrm>
            <a:off x="595452" y="4595283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300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구매내역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1287888" y="2017607"/>
            <a:ext cx="7605008" cy="282278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1440285" y="2663069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3467665" y="322179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3478044" y="2663070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4D9231-7A4E-7882-21E3-8E42CB8F371A}"/>
              </a:ext>
            </a:extLst>
          </p:cNvPr>
          <p:cNvSpPr/>
          <p:nvPr/>
        </p:nvSpPr>
        <p:spPr>
          <a:xfrm>
            <a:off x="3467665" y="372455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A2494F0-461B-BF03-CF88-A0D670133719}"/>
              </a:ext>
            </a:extLst>
          </p:cNvPr>
          <p:cNvSpPr/>
          <p:nvPr/>
        </p:nvSpPr>
        <p:spPr>
          <a:xfrm>
            <a:off x="3467665" y="422732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338313-7BB0-055B-934B-DA61EE9082A7}"/>
              </a:ext>
            </a:extLst>
          </p:cNvPr>
          <p:cNvSpPr/>
          <p:nvPr/>
        </p:nvSpPr>
        <p:spPr>
          <a:xfrm>
            <a:off x="7379846" y="2132520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370FFE-A5A7-C402-C77A-31C4049A3189}"/>
              </a:ext>
            </a:extLst>
          </p:cNvPr>
          <p:cNvSpPr/>
          <p:nvPr/>
        </p:nvSpPr>
        <p:spPr>
          <a:xfrm>
            <a:off x="1287888" y="5074842"/>
            <a:ext cx="7605008" cy="282278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28371AE-049A-F313-A6C5-98C9822591C8}"/>
              </a:ext>
            </a:extLst>
          </p:cNvPr>
          <p:cNvSpPr/>
          <p:nvPr/>
        </p:nvSpPr>
        <p:spPr>
          <a:xfrm>
            <a:off x="1440285" y="5720304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E57F4B-79CF-803D-C2C3-E091EB0B1804}"/>
              </a:ext>
            </a:extLst>
          </p:cNvPr>
          <p:cNvSpPr/>
          <p:nvPr/>
        </p:nvSpPr>
        <p:spPr>
          <a:xfrm>
            <a:off x="3467665" y="6279027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58F9BC-66D9-1197-A8DC-5761853AB294}"/>
              </a:ext>
            </a:extLst>
          </p:cNvPr>
          <p:cNvSpPr/>
          <p:nvPr/>
        </p:nvSpPr>
        <p:spPr>
          <a:xfrm>
            <a:off x="3478044" y="5720305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856C90-37EC-9E85-8881-10C4E9A5DAC8}"/>
              </a:ext>
            </a:extLst>
          </p:cNvPr>
          <p:cNvSpPr/>
          <p:nvPr/>
        </p:nvSpPr>
        <p:spPr>
          <a:xfrm>
            <a:off x="3467665" y="678179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390084-AAE9-B448-8263-AC33CF2B6F5A}"/>
              </a:ext>
            </a:extLst>
          </p:cNvPr>
          <p:cNvSpPr/>
          <p:nvPr/>
        </p:nvSpPr>
        <p:spPr>
          <a:xfrm>
            <a:off x="3467665" y="728455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132A911-53C3-AD0B-2CF9-80F9DD691CD0}"/>
              </a:ext>
            </a:extLst>
          </p:cNvPr>
          <p:cNvSpPr/>
          <p:nvPr/>
        </p:nvSpPr>
        <p:spPr>
          <a:xfrm>
            <a:off x="7379846" y="5189755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주문일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81192B-1C8E-846C-9261-A0A49E37AE7F}"/>
              </a:ext>
            </a:extLst>
          </p:cNvPr>
          <p:cNvSpPr/>
          <p:nvPr/>
        </p:nvSpPr>
        <p:spPr>
          <a:xfrm>
            <a:off x="1449512" y="2111733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 상태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2FD831-092C-35F2-FC0A-99046DAF96F9}"/>
              </a:ext>
            </a:extLst>
          </p:cNvPr>
          <p:cNvSpPr/>
          <p:nvPr/>
        </p:nvSpPr>
        <p:spPr>
          <a:xfrm>
            <a:off x="1449512" y="518744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 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E6D8D2B-DC68-5D4B-E1A8-C43D5BF4D172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0DC5175D-D99B-24F2-3BB9-81439B605D33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31E8F4A-4141-9454-89F2-E6618CD01FF4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89BF5A26-C26E-7EE3-F520-B9ACB50D32D2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4040151-ACBB-D046-8931-13FDE0200119}"/>
              </a:ext>
            </a:extLst>
          </p:cNvPr>
          <p:cNvSpPr/>
          <p:nvPr/>
        </p:nvSpPr>
        <p:spPr>
          <a:xfrm>
            <a:off x="7526482" y="4227322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BE5B80F-6674-8CCB-F8A5-5812966ADB99}"/>
              </a:ext>
            </a:extLst>
          </p:cNvPr>
          <p:cNvSpPr/>
          <p:nvPr/>
        </p:nvSpPr>
        <p:spPr>
          <a:xfrm>
            <a:off x="9328738" y="5099627"/>
            <a:ext cx="1847262" cy="1328881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주문 상태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구매요청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배송완료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구매완료</a:t>
            </a:r>
          </a:p>
        </p:txBody>
      </p:sp>
    </p:spTree>
    <p:extLst>
      <p:ext uri="{BB962C8B-B14F-4D97-AF65-F5344CB8AC3E}">
        <p14:creationId xmlns:p14="http://schemas.microsoft.com/office/powerpoint/2010/main" val="2157026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상품요청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83ACDFD-6D7A-157E-5387-A8BDD2256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534436"/>
              </p:ext>
            </p:extLst>
          </p:nvPr>
        </p:nvGraphicFramePr>
        <p:xfrm>
          <a:off x="1228437" y="2156766"/>
          <a:ext cx="8128002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3927489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4754263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1656607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상품명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요청일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요청 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요청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등록완료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2E426AF0-6BEF-D4CD-D4A9-4CDF06707DBD}"/>
              </a:ext>
            </a:extLst>
          </p:cNvPr>
          <p:cNvSpPr/>
          <p:nvPr/>
        </p:nvSpPr>
        <p:spPr>
          <a:xfrm>
            <a:off x="8903856" y="5684976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요청</a:t>
            </a:r>
          </a:p>
        </p:txBody>
      </p:sp>
    </p:spTree>
    <p:extLst>
      <p:ext uri="{BB962C8B-B14F-4D97-AF65-F5344CB8AC3E}">
        <p14:creationId xmlns:p14="http://schemas.microsoft.com/office/powerpoint/2010/main" val="2670772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상품요청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상세조회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E426AF0-6BEF-D4CD-D4A9-4CDF06707DBD}"/>
              </a:ext>
            </a:extLst>
          </p:cNvPr>
          <p:cNvSpPr/>
          <p:nvPr/>
        </p:nvSpPr>
        <p:spPr>
          <a:xfrm>
            <a:off x="4098633" y="5608920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답변 등록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04B4FAD-6154-9D17-89A2-491298016852}"/>
              </a:ext>
            </a:extLst>
          </p:cNvPr>
          <p:cNvSpPr/>
          <p:nvPr/>
        </p:nvSpPr>
        <p:spPr>
          <a:xfrm>
            <a:off x="2650239" y="2407296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제목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2A5B3D-FADE-5B6A-FC8E-7240A494FFF0}"/>
              </a:ext>
            </a:extLst>
          </p:cNvPr>
          <p:cNvSpPr/>
          <p:nvPr/>
        </p:nvSpPr>
        <p:spPr>
          <a:xfrm>
            <a:off x="4103253" y="2407296"/>
            <a:ext cx="445654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A7939E-80F2-F8F6-4F98-466FBB8C8737}"/>
              </a:ext>
            </a:extLst>
          </p:cNvPr>
          <p:cNvSpPr/>
          <p:nvPr/>
        </p:nvSpPr>
        <p:spPr>
          <a:xfrm>
            <a:off x="2650239" y="3109259"/>
            <a:ext cx="1293100" cy="151693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87B70BF-2117-5B23-EAD2-B37ACDBD5EFF}"/>
              </a:ext>
            </a:extLst>
          </p:cNvPr>
          <p:cNvSpPr/>
          <p:nvPr/>
        </p:nvSpPr>
        <p:spPr>
          <a:xfrm>
            <a:off x="4103253" y="3109258"/>
            <a:ext cx="4456543" cy="151693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B48F98-81C8-03F8-8805-368E2EED25F9}"/>
              </a:ext>
            </a:extLst>
          </p:cNvPr>
          <p:cNvSpPr/>
          <p:nvPr/>
        </p:nvSpPr>
        <p:spPr>
          <a:xfrm>
            <a:off x="2650239" y="4887259"/>
            <a:ext cx="1293100" cy="46059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청부파일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A232370-FADC-6318-01F0-720F2C52264C}"/>
              </a:ext>
            </a:extLst>
          </p:cNvPr>
          <p:cNvSpPr/>
          <p:nvPr/>
        </p:nvSpPr>
        <p:spPr>
          <a:xfrm>
            <a:off x="4103253" y="4887259"/>
            <a:ext cx="4456543" cy="46059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FDF2ECA-961E-C4B4-DE6F-776FB1596BA4}"/>
              </a:ext>
            </a:extLst>
          </p:cNvPr>
          <p:cNvSpPr/>
          <p:nvPr/>
        </p:nvSpPr>
        <p:spPr>
          <a:xfrm>
            <a:off x="2650239" y="173059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F0B51A1-DA8B-9FB8-9109-9F0D649EFCC4}"/>
              </a:ext>
            </a:extLst>
          </p:cNvPr>
          <p:cNvSpPr/>
          <p:nvPr/>
        </p:nvSpPr>
        <p:spPr>
          <a:xfrm>
            <a:off x="4103253" y="1730592"/>
            <a:ext cx="445654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</a:t>
            </a:r>
          </a:p>
        </p:txBody>
      </p:sp>
      <p:sp>
        <p:nvSpPr>
          <p:cNvPr id="12" name="이등변 삼각형 11">
            <a:extLst>
              <a:ext uri="{FF2B5EF4-FFF2-40B4-BE49-F238E27FC236}">
                <a16:creationId xmlns:a16="http://schemas.microsoft.com/office/drawing/2014/main" id="{9A550CFD-F64D-541E-8134-F331EE392841}"/>
              </a:ext>
            </a:extLst>
          </p:cNvPr>
          <p:cNvSpPr/>
          <p:nvPr/>
        </p:nvSpPr>
        <p:spPr>
          <a:xfrm flipV="1">
            <a:off x="4191003" y="180791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212559-E6E0-B753-003D-2B4EB5907F25}"/>
              </a:ext>
            </a:extLst>
          </p:cNvPr>
          <p:cNvSpPr/>
          <p:nvPr/>
        </p:nvSpPr>
        <p:spPr>
          <a:xfrm>
            <a:off x="5668815" y="5608920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0A00C7B-BC53-BF32-C60A-CBEA5E4D1121}"/>
              </a:ext>
            </a:extLst>
          </p:cNvPr>
          <p:cNvSpPr/>
          <p:nvPr/>
        </p:nvSpPr>
        <p:spPr>
          <a:xfrm>
            <a:off x="7238997" y="5608919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3084961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1155150"/>
            <a:ext cx="7098146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우측 메뉴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287D81A-CD0D-091F-5D9A-D150A931C058}"/>
              </a:ext>
            </a:extLst>
          </p:cNvPr>
          <p:cNvSpPr/>
          <p:nvPr/>
        </p:nvSpPr>
        <p:spPr>
          <a:xfrm>
            <a:off x="9504219" y="1155150"/>
            <a:ext cx="2466108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554C76-7B01-05B9-95FB-3069DE05F700}"/>
              </a:ext>
            </a:extLst>
          </p:cNvPr>
          <p:cNvSpPr/>
          <p:nvPr/>
        </p:nvSpPr>
        <p:spPr>
          <a:xfrm>
            <a:off x="9813638" y="3221181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2AE601A-97BB-12C6-4D64-0A3E569B1E54}"/>
              </a:ext>
            </a:extLst>
          </p:cNvPr>
          <p:cNvSpPr/>
          <p:nvPr/>
        </p:nvSpPr>
        <p:spPr>
          <a:xfrm>
            <a:off x="9624291" y="1223819"/>
            <a:ext cx="204585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78FC79-FE54-43E8-7545-04547929F7F7}"/>
              </a:ext>
            </a:extLst>
          </p:cNvPr>
          <p:cNvSpPr/>
          <p:nvPr/>
        </p:nvSpPr>
        <p:spPr>
          <a:xfrm>
            <a:off x="9813638" y="1644072"/>
            <a:ext cx="1667162" cy="142239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55824A-BA81-77C2-3124-B754EAD68CC1}"/>
              </a:ext>
            </a:extLst>
          </p:cNvPr>
          <p:cNvSpPr/>
          <p:nvPr/>
        </p:nvSpPr>
        <p:spPr>
          <a:xfrm>
            <a:off x="9813638" y="3754884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가격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4471850-461C-8E37-E4AD-D547A2C99125}"/>
              </a:ext>
            </a:extLst>
          </p:cNvPr>
          <p:cNvSpPr/>
          <p:nvPr/>
        </p:nvSpPr>
        <p:spPr>
          <a:xfrm>
            <a:off x="9504219" y="5366322"/>
            <a:ext cx="2445327" cy="97935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D81A4-F0A9-B197-0257-AB5A9062BF0B}"/>
              </a:ext>
            </a:extLst>
          </p:cNvPr>
          <p:cNvSpPr/>
          <p:nvPr/>
        </p:nvSpPr>
        <p:spPr>
          <a:xfrm>
            <a:off x="9839037" y="5537594"/>
            <a:ext cx="1616364" cy="31765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1BEDFC2-ECEA-D226-71B6-C458813CDBDA}"/>
              </a:ext>
            </a:extLst>
          </p:cNvPr>
          <p:cNvSpPr/>
          <p:nvPr/>
        </p:nvSpPr>
        <p:spPr>
          <a:xfrm>
            <a:off x="10647219" y="5946407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87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2133600"/>
            <a:ext cx="10021456" cy="422101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헤더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D52DC6-9DD6-E690-73FF-2AAD5E20CF1F}"/>
              </a:ext>
            </a:extLst>
          </p:cNvPr>
          <p:cNvSpPr/>
          <p:nvPr/>
        </p:nvSpPr>
        <p:spPr>
          <a:xfrm>
            <a:off x="8003309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F7ECC13-7C68-10E9-ECD9-3F058263FB7D}"/>
              </a:ext>
            </a:extLst>
          </p:cNvPr>
          <p:cNvSpPr/>
          <p:nvPr/>
        </p:nvSpPr>
        <p:spPr>
          <a:xfrm>
            <a:off x="10603341" y="1204440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F2A11A-E51F-BB0E-02BB-9BD7105D9F93}"/>
              </a:ext>
            </a:extLst>
          </p:cNvPr>
          <p:cNvSpPr/>
          <p:nvPr/>
        </p:nvSpPr>
        <p:spPr>
          <a:xfrm>
            <a:off x="9305634" y="1201678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게시판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CDB460F-08DD-A2A7-1E44-EB670176588B}"/>
              </a:ext>
            </a:extLst>
          </p:cNvPr>
          <p:cNvSpPr/>
          <p:nvPr/>
        </p:nvSpPr>
        <p:spPr>
          <a:xfrm>
            <a:off x="6700984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</a:p>
        </p:txBody>
      </p:sp>
    </p:spTree>
    <p:extLst>
      <p:ext uri="{BB962C8B-B14F-4D97-AF65-F5344CB8AC3E}">
        <p14:creationId xmlns:p14="http://schemas.microsoft.com/office/powerpoint/2010/main" val="2959278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69928</TotalTime>
  <Words>483</Words>
  <Application>Microsoft Office PowerPoint</Application>
  <PresentationFormat>와이드스크린</PresentationFormat>
  <Paragraphs>242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상민 김</dc:creator>
  <cp:lastModifiedBy>상민 김</cp:lastModifiedBy>
  <cp:revision>54</cp:revision>
  <dcterms:created xsi:type="dcterms:W3CDTF">2024-03-22T05:09:19Z</dcterms:created>
  <dcterms:modified xsi:type="dcterms:W3CDTF">2025-11-09T22:55:51Z</dcterms:modified>
</cp:coreProperties>
</file>