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B_4EC23D7F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80" r:id="rId2"/>
    <p:sldId id="281" r:id="rId3"/>
    <p:sldId id="273" r:id="rId4"/>
    <p:sldId id="272" r:id="rId5"/>
    <p:sldId id="274" r:id="rId6"/>
    <p:sldId id="256" r:id="rId7"/>
    <p:sldId id="271" r:id="rId8"/>
    <p:sldId id="259" r:id="rId9"/>
    <p:sldId id="257" r:id="rId10"/>
    <p:sldId id="265" r:id="rId11"/>
    <p:sldId id="266" r:id="rId12"/>
    <p:sldId id="278" r:id="rId13"/>
    <p:sldId id="267" r:id="rId14"/>
    <p:sldId id="284" r:id="rId15"/>
    <p:sldId id="268" r:id="rId16"/>
    <p:sldId id="279" r:id="rId17"/>
    <p:sldId id="258" r:id="rId18"/>
    <p:sldId id="264" r:id="rId19"/>
    <p:sldId id="282" r:id="rId20"/>
    <p:sldId id="283" r:id="rId21"/>
    <p:sldId id="285" r:id="rId22"/>
    <p:sldId id="287" r:id="rId23"/>
    <p:sldId id="28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메뉴" id="{860AC0BE-9AA7-4174-9499-4040C1E543C1}">
          <p14:sldIdLst>
            <p14:sldId id="280"/>
            <p14:sldId id="281"/>
          </p14:sldIdLst>
        </p14:section>
        <p14:section name="프로세스" id="{B4014C04-7B59-4047-88A0-B3460168F9DF}">
          <p14:sldIdLst>
            <p14:sldId id="273"/>
            <p14:sldId id="272"/>
            <p14:sldId id="274"/>
          </p14:sldIdLst>
        </p14:section>
        <p14:section name="회원" id="{BA4427AC-7935-4AEF-B862-54DD0BF7AD6E}">
          <p14:sldIdLst>
            <p14:sldId id="256"/>
            <p14:sldId id="271"/>
          </p14:sldIdLst>
        </p14:section>
        <p14:section name="상품" id="{D3BEAC37-1BA6-4F47-8622-8408399FA79E}">
          <p14:sldIdLst>
            <p14:sldId id="259"/>
            <p14:sldId id="257"/>
            <p14:sldId id="265"/>
            <p14:sldId id="266"/>
            <p14:sldId id="278"/>
            <p14:sldId id="267"/>
            <p14:sldId id="284"/>
          </p14:sldIdLst>
        </p14:section>
        <p14:section name="관리자" id="{EC3DD1AB-3A37-44D1-A512-437A1E0B04B0}">
          <p14:sldIdLst>
            <p14:sldId id="268"/>
            <p14:sldId id="279"/>
          </p14:sldIdLst>
        </p14:section>
        <p14:section name="템플릿" id="{59909DE8-3E05-420B-8E79-9233DF65B159}">
          <p14:sldIdLst>
            <p14:sldId id="258"/>
            <p14:sldId id="264"/>
          </p14:sldIdLst>
        </p14:section>
        <p14:section name="AI" id="{39C153BC-89FD-4C05-9914-9113A2B2EEA8}">
          <p14:sldIdLst>
            <p14:sldId id="282"/>
            <p14:sldId id="283"/>
            <p14:sldId id="285"/>
            <p14:sldId id="287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1EAA382-48DE-9021-C8C3-B3CADEBCB685}" name="상민 김" initials="상김" userId="cfdb37a1b0aada0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omments/modernComment_11B_4EC23D7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3002082-B7CA-4F37-B9E6-D46F4D06F528}" authorId="{41EAA382-48DE-9021-C8C3-B3CADEBCB685}" created="2025-12-08T01:06:06.85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321352575" sldId="283"/>
      <ac:picMk id="5" creationId="{AAC9CB80-D618-5690-38F2-9FB898A6EAB4}"/>
    </ac:deMkLst>
    <p188:txBody>
      <a:bodyPr/>
      <a:lstStyle/>
      <a:p>
        <a:r>
          <a:rPr lang="ko-KR" altLang="en-US"/>
          <a:t>이전에 답을 주던 통상적인 질문에 대답하지 못하는 경우 발생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D79826-4EA7-4EFD-A173-AE772A8AC739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527F26-1FD2-4978-88C8-A5DA03A6CE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32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CA5D0F-E6DC-418F-8DAF-A216F99DD4A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5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05F17-6D32-6446-05AE-4C0307AD4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C8DFD-2193-53D7-7103-B0445A2E2B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3C4807-180A-370E-EF0D-25E295889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F611CA-CE28-0F55-C116-E1335296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6DA11E-FB05-354B-39D1-E5D3C4729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295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49258D-88ED-9034-85B5-407CFEE8B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1C8A9D-05E7-BBF0-81F8-35281C411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BA003D-362E-F63A-1BE9-D6AF757C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D95998-6500-EC36-0AD3-BFBE48913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92D50-B309-7535-09C5-555B4B3E3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674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9C58A-00D5-47CB-D4B6-E0D0E2D94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CBAD-2CF1-79A0-6D66-200BAAB0C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014B16-0BD8-82EA-CC1C-0CF9B80F1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E2214F-23F6-9BD1-EBF6-8086E03FA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749944-978C-11A8-2480-3A762A16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696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1057B-957C-E93C-C68A-1B6091E9E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2FF807-6FF2-D054-9C50-A820BA2AC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65F95A-7336-3637-1824-A51319DC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B04AA2-40A2-8188-9D77-8CB15C802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E6836B-A583-80D7-71F6-67D9C0D4E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1146049-BA21-5AE5-3249-A2ED9599F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975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75E8C-2E27-F3FB-C891-8D17B21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0317DE-64B9-E33F-F969-3B36A0B3E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E3521F-1B19-E69C-CE1A-BFBD09546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DF6D23D-4E6D-0B0B-4468-D94ED3EC93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1061AC4-A6DF-040E-7976-D16E7B95A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F397C30-7D9A-7A15-1774-6BA8217FF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38B9E41-AAD2-D630-4753-7E753F56F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1187D4-5A6E-97F9-8066-A9C6CA450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758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16F2D-8482-17A3-933D-A7F73151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1CDA44-79C4-2127-EA2A-CCF204E15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12FBF9-7B66-9A05-50AC-3AF228FE8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6064D8-F8D6-FC77-F9F8-CCB5AB60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914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6CCC573-3071-F2C9-F44F-BEE597F54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66A90B-3849-0BB9-CFFC-981689578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24A7B-8073-6495-7570-3C23A48C8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39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9AA20-F32F-58FC-10EC-ACECCBEE9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329A5D-599A-F2C5-D738-E50C5E9C4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58B7ED-DFB3-556B-17B7-29C968593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19F798-0D81-C08F-1773-CE1301B2D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8D5979-EC7D-F4F0-605E-944DA7C8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9B8A52-6BB9-63A9-AF84-F32677625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888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4F163-8B65-5A23-659F-D57AA3624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2E51A62-A4CF-684D-1D2F-22C90B44F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96E9C6-8867-B221-E968-88D4BB7719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ADF193-9078-7861-A4AA-37CFAA7C8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C1D8FD-159F-2ED4-CFFB-6BB9E90CE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7557E3-9220-B799-2966-11201256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308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C351A-FEF4-B474-7928-CDE4DF5F4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B3AFF4-456E-BEFA-5C65-2A6B55D9B0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CF5608-C88E-5729-94DC-489B1D8E9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967A24-6FB2-3824-D03E-00873269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D36D81-C728-788E-8E2F-B199923C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18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7316C-15F2-1CD6-FB59-DFAB765F5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6D5F13-F712-CE9F-F678-F1920DDA9A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BA5BC4-B262-E3DA-87D3-0B64B8FBA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D221DF-DDD5-C86B-D074-47CAC901B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3B61F-753A-97E8-ABAF-E92DC4D8F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89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60CE28-E2A6-736C-0D49-33F83C7F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4CD0FF-1818-B543-0818-85FAD8D30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B7521-4371-70A4-46B2-7BA2BE7A83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8CCF48-291D-46DA-8E01-556C5C8E605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246A5B-817C-EE43-CFDC-BF58CA5394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5999E8-EE8A-F766-B9D7-AC51C1C31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05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1B_4EC23D7F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28F9BD-267F-2D5B-1EE0-5F1E816F2524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690AE1F-42A9-15AD-3C3F-5CACC9B9B80D}"/>
              </a:ext>
            </a:extLst>
          </p:cNvPr>
          <p:cNvSpPr/>
          <p:nvPr/>
        </p:nvSpPr>
        <p:spPr>
          <a:xfrm>
            <a:off x="2698560" y="625275"/>
            <a:ext cx="1884219" cy="73890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prstClr val="black">
                    <a:lumMod val="50000"/>
                    <a:lumOff val="50000"/>
                  </a:prstClr>
                </a:solidFill>
              </a:rPr>
              <a:t>main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95BEA3B-2356-71AF-5EE1-01976A94BAFE}"/>
              </a:ext>
            </a:extLst>
          </p:cNvPr>
          <p:cNvCxnSpPr>
            <a:cxnSpLocks/>
          </p:cNvCxnSpPr>
          <p:nvPr/>
        </p:nvCxnSpPr>
        <p:spPr>
          <a:xfrm>
            <a:off x="2110512" y="994729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1B21770-4C27-5100-7D32-3DD83FF3D486}"/>
              </a:ext>
            </a:extLst>
          </p:cNvPr>
          <p:cNvSpPr/>
          <p:nvPr/>
        </p:nvSpPr>
        <p:spPr>
          <a:xfrm>
            <a:off x="2698560" y="1563920"/>
            <a:ext cx="1884219" cy="760390"/>
          </a:xfrm>
          <a:prstGeom prst="roundRect">
            <a:avLst>
              <a:gd name="adj" fmla="val 1702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18B0D3C-0810-0178-E054-584CACDFFA03}"/>
              </a:ext>
            </a:extLst>
          </p:cNvPr>
          <p:cNvCxnSpPr>
            <a:cxnSpLocks/>
          </p:cNvCxnSpPr>
          <p:nvPr/>
        </p:nvCxnSpPr>
        <p:spPr>
          <a:xfrm>
            <a:off x="2350654" y="1933374"/>
            <a:ext cx="36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0551124-B5FA-487F-3A58-4D02F6555D7D}"/>
              </a:ext>
            </a:extLst>
          </p:cNvPr>
          <p:cNvSpPr/>
          <p:nvPr/>
        </p:nvSpPr>
        <p:spPr>
          <a:xfrm>
            <a:off x="5170827" y="1574662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itemList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24D329-9046-69FE-045D-2396F2A15FE5}"/>
              </a:ext>
            </a:extLst>
          </p:cNvPr>
          <p:cNvCxnSpPr>
            <a:cxnSpLocks/>
          </p:cNvCxnSpPr>
          <p:nvPr/>
        </p:nvCxnSpPr>
        <p:spPr>
          <a:xfrm>
            <a:off x="4582779" y="1944116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E69CCDA-9541-38D3-4A53-1434AFD71E27}"/>
              </a:ext>
            </a:extLst>
          </p:cNvPr>
          <p:cNvSpPr/>
          <p:nvPr/>
        </p:nvSpPr>
        <p:spPr>
          <a:xfrm>
            <a:off x="10115357" y="1574662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8268DAE-1233-BF6D-D93A-09DD9AC76DE9}"/>
              </a:ext>
            </a:extLst>
          </p:cNvPr>
          <p:cNvSpPr/>
          <p:nvPr/>
        </p:nvSpPr>
        <p:spPr>
          <a:xfrm>
            <a:off x="7643092" y="1585404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상품상세조회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itemDetail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5855421-3530-A048-B01C-180BDF2ECAAB}"/>
              </a:ext>
            </a:extLst>
          </p:cNvPr>
          <p:cNvCxnSpPr>
            <a:cxnSpLocks/>
          </p:cNvCxnSpPr>
          <p:nvPr/>
        </p:nvCxnSpPr>
        <p:spPr>
          <a:xfrm>
            <a:off x="7055044" y="195485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2E853E8-9943-0525-0B76-64C770071DAA}"/>
              </a:ext>
            </a:extLst>
          </p:cNvPr>
          <p:cNvCxnSpPr>
            <a:cxnSpLocks/>
          </p:cNvCxnSpPr>
          <p:nvPr/>
        </p:nvCxnSpPr>
        <p:spPr>
          <a:xfrm>
            <a:off x="9527311" y="173920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4CA446D-60B6-A05A-5EBB-E160F8FF04C1}"/>
              </a:ext>
            </a:extLst>
          </p:cNvPr>
          <p:cNvSpPr/>
          <p:nvPr/>
        </p:nvSpPr>
        <p:spPr>
          <a:xfrm>
            <a:off x="5170827" y="4229867"/>
            <a:ext cx="1884219" cy="98229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4A755BD-41C2-1F74-871E-E7088E051E84}"/>
              </a:ext>
            </a:extLst>
          </p:cNvPr>
          <p:cNvCxnSpPr>
            <a:cxnSpLocks/>
          </p:cNvCxnSpPr>
          <p:nvPr/>
        </p:nvCxnSpPr>
        <p:spPr>
          <a:xfrm>
            <a:off x="4835235" y="4608557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8DC136D-738B-3643-16E2-FE1E5EE912B8}"/>
              </a:ext>
            </a:extLst>
          </p:cNvPr>
          <p:cNvSpPr/>
          <p:nvPr/>
        </p:nvSpPr>
        <p:spPr>
          <a:xfrm>
            <a:off x="7643092" y="3408402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829ACD2-5737-7B0F-3C58-CC219894F12C}"/>
              </a:ext>
            </a:extLst>
          </p:cNvPr>
          <p:cNvSpPr/>
          <p:nvPr/>
        </p:nvSpPr>
        <p:spPr>
          <a:xfrm>
            <a:off x="5170827" y="3419144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5C4A7AE-B3D2-444B-B0A5-A3BBB07CF531}"/>
              </a:ext>
            </a:extLst>
          </p:cNvPr>
          <p:cNvCxnSpPr>
            <a:cxnSpLocks/>
          </p:cNvCxnSpPr>
          <p:nvPr/>
        </p:nvCxnSpPr>
        <p:spPr>
          <a:xfrm>
            <a:off x="4835235" y="3788598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2CD3B86-228D-47A4-E5F1-B4B8F894120A}"/>
              </a:ext>
            </a:extLst>
          </p:cNvPr>
          <p:cNvCxnSpPr>
            <a:cxnSpLocks/>
          </p:cNvCxnSpPr>
          <p:nvPr/>
        </p:nvCxnSpPr>
        <p:spPr>
          <a:xfrm>
            <a:off x="7055046" y="357294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51085D1-B9C2-FBAF-7A6C-15A7EA37816B}"/>
              </a:ext>
            </a:extLst>
          </p:cNvPr>
          <p:cNvSpPr/>
          <p:nvPr/>
        </p:nvSpPr>
        <p:spPr>
          <a:xfrm>
            <a:off x="2698560" y="5275977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마이페이지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6A002ED-3325-879A-10B8-A519ECE827F5}"/>
              </a:ext>
            </a:extLst>
          </p:cNvPr>
          <p:cNvCxnSpPr>
            <a:cxnSpLocks/>
          </p:cNvCxnSpPr>
          <p:nvPr/>
        </p:nvCxnSpPr>
        <p:spPr>
          <a:xfrm flipV="1">
            <a:off x="2350654" y="5645431"/>
            <a:ext cx="347906" cy="107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C2F1707-FFB6-517D-780E-E4F44EEAD104}"/>
              </a:ext>
            </a:extLst>
          </p:cNvPr>
          <p:cNvSpPr/>
          <p:nvPr/>
        </p:nvSpPr>
        <p:spPr>
          <a:xfrm>
            <a:off x="5170827" y="5286719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내정보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/info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D912AFF-C62B-3703-7BAD-C7A204535723}"/>
              </a:ext>
            </a:extLst>
          </p:cNvPr>
          <p:cNvCxnSpPr>
            <a:cxnSpLocks/>
          </p:cNvCxnSpPr>
          <p:nvPr/>
        </p:nvCxnSpPr>
        <p:spPr>
          <a:xfrm>
            <a:off x="4582779" y="565617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F21DD0-84C6-2E8B-F461-CB7664256B1A}"/>
              </a:ext>
            </a:extLst>
          </p:cNvPr>
          <p:cNvCxnSpPr>
            <a:cxnSpLocks/>
          </p:cNvCxnSpPr>
          <p:nvPr/>
        </p:nvCxnSpPr>
        <p:spPr>
          <a:xfrm>
            <a:off x="2360501" y="997356"/>
            <a:ext cx="0" cy="4658817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4D63E3B-4866-DEC8-591A-719A5903151B}"/>
              </a:ext>
            </a:extLst>
          </p:cNvPr>
          <p:cNvCxnSpPr>
            <a:cxnSpLocks/>
          </p:cNvCxnSpPr>
          <p:nvPr/>
        </p:nvCxnSpPr>
        <p:spPr>
          <a:xfrm>
            <a:off x="4835235" y="1929162"/>
            <a:ext cx="0" cy="2679395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697D702-AAE7-4FF3-155A-E9923FB4AD80}"/>
              </a:ext>
            </a:extLst>
          </p:cNvPr>
          <p:cNvSpPr/>
          <p:nvPr/>
        </p:nvSpPr>
        <p:spPr>
          <a:xfrm>
            <a:off x="237836" y="625275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login</a:t>
            </a:r>
            <a:endParaRPr lang="ko-KR" altLang="en-US" sz="1200" dirty="0">
              <a:solidFill>
                <a:prstClr val="black">
                  <a:lumMod val="50000"/>
                  <a:lumOff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E9994CE-6AC4-E61C-CF96-842947A347B2}"/>
              </a:ext>
            </a:extLst>
          </p:cNvPr>
          <p:cNvSpPr/>
          <p:nvPr/>
        </p:nvSpPr>
        <p:spPr>
          <a:xfrm>
            <a:off x="5141438" y="2489321"/>
            <a:ext cx="1884219" cy="7389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신규상품주문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itemNew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47F6682-4888-D019-ED9B-58C482436BEB}"/>
              </a:ext>
            </a:extLst>
          </p:cNvPr>
          <p:cNvCxnSpPr>
            <a:cxnSpLocks/>
          </p:cNvCxnSpPr>
          <p:nvPr/>
        </p:nvCxnSpPr>
        <p:spPr>
          <a:xfrm>
            <a:off x="4820256" y="2879985"/>
            <a:ext cx="32789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945777D-DF15-97D9-61AE-D9702B5A5DF0}"/>
              </a:ext>
            </a:extLst>
          </p:cNvPr>
          <p:cNvSpPr/>
          <p:nvPr/>
        </p:nvSpPr>
        <p:spPr>
          <a:xfrm>
            <a:off x="7613704" y="2489321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신규상품 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485FB82-7F01-347A-192C-B6E6E5165E6A}"/>
              </a:ext>
            </a:extLst>
          </p:cNvPr>
          <p:cNvCxnSpPr>
            <a:cxnSpLocks/>
          </p:cNvCxnSpPr>
          <p:nvPr/>
        </p:nvCxnSpPr>
        <p:spPr>
          <a:xfrm>
            <a:off x="7025658" y="265386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4CA7DCB-E448-4686-961F-7B02BE0C6B1F}"/>
              </a:ext>
            </a:extLst>
          </p:cNvPr>
          <p:cNvSpPr/>
          <p:nvPr/>
        </p:nvSpPr>
        <p:spPr>
          <a:xfrm>
            <a:off x="7643092" y="4196944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FF80F5B-E2A1-1BAA-41CF-3C33E58F977B}"/>
              </a:ext>
            </a:extLst>
          </p:cNvPr>
          <p:cNvCxnSpPr>
            <a:cxnSpLocks/>
          </p:cNvCxnSpPr>
          <p:nvPr/>
        </p:nvCxnSpPr>
        <p:spPr>
          <a:xfrm>
            <a:off x="7055046" y="436148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DECD5F7-CE6E-EFD3-F0B5-AB733406260C}"/>
              </a:ext>
            </a:extLst>
          </p:cNvPr>
          <p:cNvSpPr/>
          <p:nvPr/>
        </p:nvSpPr>
        <p:spPr>
          <a:xfrm>
            <a:off x="7643092" y="4480238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 수정</a:t>
            </a:r>
            <a:r>
              <a:rPr lang="en-US" altLang="ko-KR" sz="1200" dirty="0">
                <a:solidFill>
                  <a:schemeClr val="tx1"/>
                </a:solidFill>
              </a:rPr>
              <a:t>/</a:t>
            </a:r>
            <a:r>
              <a:rPr lang="ko-KR" altLang="en-US" sz="1200" dirty="0">
                <a:solidFill>
                  <a:schemeClr val="tx1"/>
                </a:solidFill>
              </a:rPr>
              <a:t>삭제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DEC3707-65FB-FE15-B0B9-F3E7ADDB54FD}"/>
              </a:ext>
            </a:extLst>
          </p:cNvPr>
          <p:cNvCxnSpPr>
            <a:cxnSpLocks/>
          </p:cNvCxnSpPr>
          <p:nvPr/>
        </p:nvCxnSpPr>
        <p:spPr>
          <a:xfrm>
            <a:off x="7055046" y="464477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05B8146-F5BF-17B0-8773-D3373A582B8E}"/>
              </a:ext>
            </a:extLst>
          </p:cNvPr>
          <p:cNvSpPr/>
          <p:nvPr/>
        </p:nvSpPr>
        <p:spPr>
          <a:xfrm>
            <a:off x="7643091" y="4807174"/>
            <a:ext cx="1884219" cy="4049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신규상품 구매요청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 수정</a:t>
            </a:r>
            <a:r>
              <a:rPr lang="en-US" altLang="ko-KR" sz="1200" dirty="0">
                <a:solidFill>
                  <a:schemeClr val="tx1"/>
                </a:solidFill>
              </a:rPr>
              <a:t>/</a:t>
            </a:r>
            <a:r>
              <a:rPr lang="ko-KR" altLang="en-US" sz="1200" dirty="0">
                <a:solidFill>
                  <a:schemeClr val="tx1"/>
                </a:solidFill>
              </a:rPr>
              <a:t>삭제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404E4EB-55FD-2916-EFE9-6A9DF2BB62B1}"/>
              </a:ext>
            </a:extLst>
          </p:cNvPr>
          <p:cNvCxnSpPr>
            <a:cxnSpLocks/>
          </p:cNvCxnSpPr>
          <p:nvPr/>
        </p:nvCxnSpPr>
        <p:spPr>
          <a:xfrm>
            <a:off x="7055045" y="502603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74266C1-8FC7-B6B6-B939-154CC888DF35}"/>
              </a:ext>
            </a:extLst>
          </p:cNvPr>
          <p:cNvSpPr/>
          <p:nvPr/>
        </p:nvSpPr>
        <p:spPr>
          <a:xfrm>
            <a:off x="10115357" y="1890879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상품 등록</a:t>
            </a:r>
            <a:r>
              <a:rPr lang="en-US" altLang="ko-KR" sz="1200" dirty="0">
                <a:solidFill>
                  <a:schemeClr val="tx1"/>
                </a:solidFill>
              </a:rPr>
              <a:t>/</a:t>
            </a:r>
            <a:r>
              <a:rPr lang="ko-KR" altLang="en-US" sz="1200" dirty="0">
                <a:solidFill>
                  <a:schemeClr val="tx1"/>
                </a:solidFill>
              </a:rPr>
              <a:t>수정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95EE96AE-0D62-15A2-8FE5-1D6A2C0B448A}"/>
              </a:ext>
            </a:extLst>
          </p:cNvPr>
          <p:cNvCxnSpPr>
            <a:cxnSpLocks/>
          </p:cNvCxnSpPr>
          <p:nvPr/>
        </p:nvCxnSpPr>
        <p:spPr>
          <a:xfrm>
            <a:off x="9527311" y="2055419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481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B6805-BEBB-378C-3989-6833ADEC6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A333CE1-7C86-98CA-9A00-5A5F58400272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F9D9E2-9FB1-1667-8DF4-42B6DA5E5BA4}"/>
              </a:ext>
            </a:extLst>
          </p:cNvPr>
          <p:cNvSpPr/>
          <p:nvPr/>
        </p:nvSpPr>
        <p:spPr>
          <a:xfrm>
            <a:off x="2698560" y="752021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0B91DF-B00C-546A-9C9E-4E290017137B}"/>
              </a:ext>
            </a:extLst>
          </p:cNvPr>
          <p:cNvCxnSpPr>
            <a:cxnSpLocks/>
          </p:cNvCxnSpPr>
          <p:nvPr/>
        </p:nvCxnSpPr>
        <p:spPr>
          <a:xfrm>
            <a:off x="2110512" y="112147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F110DD8-2657-0DD9-9493-578D457EF465}"/>
              </a:ext>
            </a:extLst>
          </p:cNvPr>
          <p:cNvSpPr/>
          <p:nvPr/>
        </p:nvSpPr>
        <p:spPr>
          <a:xfrm>
            <a:off x="5170827" y="752021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D8A878F-906D-D614-E3F5-913A983E3F7C}"/>
              </a:ext>
            </a:extLst>
          </p:cNvPr>
          <p:cNvCxnSpPr>
            <a:cxnSpLocks/>
          </p:cNvCxnSpPr>
          <p:nvPr/>
        </p:nvCxnSpPr>
        <p:spPr>
          <a:xfrm>
            <a:off x="4582779" y="112147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E2B8272-A5EF-F852-055B-26A4D1727EBB}"/>
              </a:ext>
            </a:extLst>
          </p:cNvPr>
          <p:cNvCxnSpPr>
            <a:cxnSpLocks/>
          </p:cNvCxnSpPr>
          <p:nvPr/>
        </p:nvCxnSpPr>
        <p:spPr>
          <a:xfrm>
            <a:off x="4835235" y="1106521"/>
            <a:ext cx="0" cy="2884902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94C48BD-84C7-A408-78E0-A63F5244971E}"/>
              </a:ext>
            </a:extLst>
          </p:cNvPr>
          <p:cNvSpPr/>
          <p:nvPr/>
        </p:nvSpPr>
        <p:spPr>
          <a:xfrm>
            <a:off x="237836" y="752021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login</a:t>
            </a:r>
            <a:endParaRPr lang="ko-KR" altLang="en-US" sz="1200" dirty="0">
              <a:solidFill>
                <a:prstClr val="black">
                  <a:lumMod val="50000"/>
                  <a:lumOff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874EA6-48A6-3979-5DB8-2ED6830037A0}"/>
              </a:ext>
            </a:extLst>
          </p:cNvPr>
          <p:cNvSpPr/>
          <p:nvPr/>
        </p:nvSpPr>
        <p:spPr>
          <a:xfrm>
            <a:off x="7643092" y="803166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주문상태 변경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DDF11F5-BE24-C2D0-034C-7CD4B49B809D}"/>
              </a:ext>
            </a:extLst>
          </p:cNvPr>
          <p:cNvCxnSpPr>
            <a:cxnSpLocks/>
          </p:cNvCxnSpPr>
          <p:nvPr/>
        </p:nvCxnSpPr>
        <p:spPr>
          <a:xfrm>
            <a:off x="7055046" y="967706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FFD480-5D09-058D-2573-D33997B4D556}"/>
              </a:ext>
            </a:extLst>
          </p:cNvPr>
          <p:cNvSpPr/>
          <p:nvPr/>
        </p:nvSpPr>
        <p:spPr>
          <a:xfrm>
            <a:off x="5170827" y="1712187"/>
            <a:ext cx="1884219" cy="73890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admin/user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EC03642-0E05-DA98-9040-2BED2642A7B9}"/>
              </a:ext>
            </a:extLst>
          </p:cNvPr>
          <p:cNvSpPr/>
          <p:nvPr/>
        </p:nvSpPr>
        <p:spPr>
          <a:xfrm>
            <a:off x="5170827" y="2672353"/>
            <a:ext cx="1884219" cy="73890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메뉴관리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admin/menu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FA486D9-7A0C-1211-C2A5-4289E9D355A9}"/>
              </a:ext>
            </a:extLst>
          </p:cNvPr>
          <p:cNvSpPr/>
          <p:nvPr/>
        </p:nvSpPr>
        <p:spPr>
          <a:xfrm>
            <a:off x="5170827" y="3622188"/>
            <a:ext cx="1884219" cy="73890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권한관리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admin/auth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7CD7D19-7A17-02DA-A0B2-44F20FCE0DBA}"/>
              </a:ext>
            </a:extLst>
          </p:cNvPr>
          <p:cNvCxnSpPr>
            <a:cxnSpLocks/>
          </p:cNvCxnSpPr>
          <p:nvPr/>
        </p:nvCxnSpPr>
        <p:spPr>
          <a:xfrm>
            <a:off x="4835235" y="2108302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B48C1A6-C5D9-62DB-7349-5D3BF56A1DDF}"/>
              </a:ext>
            </a:extLst>
          </p:cNvPr>
          <p:cNvCxnSpPr>
            <a:cxnSpLocks/>
          </p:cNvCxnSpPr>
          <p:nvPr/>
        </p:nvCxnSpPr>
        <p:spPr>
          <a:xfrm>
            <a:off x="4835235" y="3031756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13F5622-CC49-163B-134C-718FB88030F3}"/>
              </a:ext>
            </a:extLst>
          </p:cNvPr>
          <p:cNvCxnSpPr>
            <a:cxnSpLocks/>
          </p:cNvCxnSpPr>
          <p:nvPr/>
        </p:nvCxnSpPr>
        <p:spPr>
          <a:xfrm>
            <a:off x="4835235" y="3991423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063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48C8-B140-21AD-16B5-BB1225C7C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299857-8F49-4FDF-232B-A233901A8E97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495E6C-913F-BBC0-0A7B-422941E7A6F6}"/>
              </a:ext>
            </a:extLst>
          </p:cNvPr>
          <p:cNvSpPr/>
          <p:nvPr/>
        </p:nvSpPr>
        <p:spPr>
          <a:xfrm>
            <a:off x="10123055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</a:p>
        </p:txBody>
      </p:sp>
      <p:sp>
        <p:nvSpPr>
          <p:cNvPr id="7" name="설명선: 위쪽 화살표 6">
            <a:extLst>
              <a:ext uri="{FF2B5EF4-FFF2-40B4-BE49-F238E27FC236}">
                <a16:creationId xmlns:a16="http://schemas.microsoft.com/office/drawing/2014/main" id="{8E8AF86D-0FA2-5CB7-5B32-640C491D62F6}"/>
              </a:ext>
            </a:extLst>
          </p:cNvPr>
          <p:cNvSpPr/>
          <p:nvPr/>
        </p:nvSpPr>
        <p:spPr>
          <a:xfrm>
            <a:off x="8340439" y="1560949"/>
            <a:ext cx="3020291" cy="1108363"/>
          </a:xfrm>
          <a:prstGeom prst="upArrowCallout">
            <a:avLst>
              <a:gd name="adj1" fmla="val 25000"/>
              <a:gd name="adj2" fmla="val 25000"/>
              <a:gd name="adj3" fmla="val 25000"/>
              <a:gd name="adj4" fmla="val 4997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물품구입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배송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입금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D9EDB02-E5DA-D556-012A-F8ED3D3F8238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목록 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D05DC5-7C4E-52AA-45F7-E0BF05F66821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상세 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043FE53-41AC-E7FD-8D2D-638440F8B534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7334A30-C154-3404-A7EC-4F5AF0DB0BED}"/>
              </a:ext>
            </a:extLst>
          </p:cNvPr>
          <p:cNvSpPr/>
          <p:nvPr/>
        </p:nvSpPr>
        <p:spPr>
          <a:xfrm>
            <a:off x="76430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구매요청</a:t>
            </a:r>
            <a:r>
              <a:rPr lang="en-US" altLang="ko-KR" dirty="0">
                <a:solidFill>
                  <a:schemeClr val="tx1"/>
                </a:solidFill>
              </a:rPr>
              <a:t>(.do)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846CEAF-1AFB-4F6E-D52E-56320F2E6686}"/>
              </a:ext>
            </a:extLst>
          </p:cNvPr>
          <p:cNvSpPr/>
          <p:nvPr/>
        </p:nvSpPr>
        <p:spPr>
          <a:xfrm>
            <a:off x="5170827" y="19304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D7AF16D0-77DC-1E68-8938-624CE76E5EF1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1CD5FC57-9D90-D20E-665C-65F49C33CC2D}"/>
              </a:ext>
            </a:extLst>
          </p:cNvPr>
          <p:cNvCxnSpPr>
            <a:cxnSpLocks/>
          </p:cNvCxnSpPr>
          <p:nvPr/>
        </p:nvCxnSpPr>
        <p:spPr>
          <a:xfrm>
            <a:off x="7055045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FD1CE6B-B65A-E087-6CED-CC3C64963ED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9F998BCF-7236-A5D2-148B-E65951879FD4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110512" y="1361214"/>
            <a:ext cx="3060315" cy="938645"/>
          </a:xfrm>
          <a:prstGeom prst="bentConnector3">
            <a:avLst>
              <a:gd name="adj1" fmla="val 955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AEB3B4DC-E256-00B2-8745-30ACAB15A00A}"/>
              </a:ext>
            </a:extLst>
          </p:cNvPr>
          <p:cNvCxnSpPr>
            <a:cxnSpLocks/>
            <a:stCxn id="16" idx="3"/>
            <a:endCxn id="13" idx="1"/>
          </p:cNvCxnSpPr>
          <p:nvPr/>
        </p:nvCxnSpPr>
        <p:spPr>
          <a:xfrm flipV="1">
            <a:off x="7055046" y="1361214"/>
            <a:ext cx="588047" cy="93864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47F353B-8AE8-EC94-C5B7-36B8EE848250}"/>
              </a:ext>
            </a:extLst>
          </p:cNvPr>
          <p:cNvCxnSpPr>
            <a:cxnSpLocks/>
          </p:cNvCxnSpPr>
          <p:nvPr/>
        </p:nvCxnSpPr>
        <p:spPr>
          <a:xfrm>
            <a:off x="95273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E98A9AC0-275F-7836-2654-F171ACD02FEE}"/>
              </a:ext>
            </a:extLst>
          </p:cNvPr>
          <p:cNvCxnSpPr>
            <a:cxnSpLocks/>
          </p:cNvCxnSpPr>
          <p:nvPr/>
        </p:nvCxnSpPr>
        <p:spPr>
          <a:xfrm>
            <a:off x="2118207" y="1361213"/>
            <a:ext cx="3052620" cy="1957821"/>
          </a:xfrm>
          <a:prstGeom prst="bentConnector3">
            <a:avLst>
              <a:gd name="adj1" fmla="val 943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94CF5065-A58A-B750-6F97-EF35F57FDD66}"/>
              </a:ext>
            </a:extLst>
          </p:cNvPr>
          <p:cNvCxnSpPr>
            <a:cxnSpLocks/>
          </p:cNvCxnSpPr>
          <p:nvPr/>
        </p:nvCxnSpPr>
        <p:spPr>
          <a:xfrm flipV="1">
            <a:off x="7016946" y="1358903"/>
            <a:ext cx="648000" cy="1908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D53D550-6868-5FED-3A6B-328F1E1B5D78}"/>
              </a:ext>
            </a:extLst>
          </p:cNvPr>
          <p:cNvSpPr/>
          <p:nvPr/>
        </p:nvSpPr>
        <p:spPr>
          <a:xfrm>
            <a:off x="5170827" y="2949579"/>
            <a:ext cx="1884219" cy="7389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신규상품주문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market/item/new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882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DCB7-4F40-2BAC-6EBE-2EF1765D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B05D502-E366-1B6D-CBC3-DE0C84D74EA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640670" y="1730668"/>
            <a:ext cx="0" cy="308128"/>
          </a:xfrm>
          <a:prstGeom prst="line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E4BE90C-5BF9-B25D-E087-7E86EBF35FF3}"/>
              </a:ext>
            </a:extLst>
          </p:cNvPr>
          <p:cNvSpPr/>
          <p:nvPr/>
        </p:nvSpPr>
        <p:spPr>
          <a:xfrm>
            <a:off x="362309" y="2038796"/>
            <a:ext cx="9488392" cy="738909"/>
          </a:xfrm>
          <a:prstGeom prst="roundRect">
            <a:avLst>
              <a:gd name="adj" fmla="val 572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13BF655-283B-1B02-BA16-B10B29C3FF9A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A973D37-30FB-B5E2-AD06-72AC38E29B32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요청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login.vue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755D729-1D1C-F909-914A-D63ED7A0EA3B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처리</a:t>
            </a:r>
            <a:endParaRPr lang="en-US" altLang="ko-KR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UserService.java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BCC5A29-F0F5-CEDB-E45A-A14A4019CD78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사용자 정보 저장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user.js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2129779-0AD4-C960-91DE-05E1E356E05E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65A787A-8B19-5CA1-40D5-81DB914C7BE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760CF9-6EBB-C907-CB10-6767C6732DC9}"/>
              </a:ext>
            </a:extLst>
          </p:cNvPr>
          <p:cNvSpPr/>
          <p:nvPr/>
        </p:nvSpPr>
        <p:spPr>
          <a:xfrm>
            <a:off x="44463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 검증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92E54E-149F-CCBF-A2F0-96BAC64B99E9}"/>
              </a:ext>
            </a:extLst>
          </p:cNvPr>
          <p:cNvSpPr/>
          <p:nvPr/>
        </p:nvSpPr>
        <p:spPr>
          <a:xfrm>
            <a:off x="234129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AccessToken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CE9051-6E2A-EDED-07D6-9844CF4B4A1F}"/>
              </a:ext>
            </a:extLst>
          </p:cNvPr>
          <p:cNvSpPr/>
          <p:nvPr/>
        </p:nvSpPr>
        <p:spPr>
          <a:xfrm>
            <a:off x="423795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</a:t>
            </a: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73A3B0-E831-555B-E03C-90570BAC8AC7}"/>
              </a:ext>
            </a:extLst>
          </p:cNvPr>
          <p:cNvSpPr/>
          <p:nvPr/>
        </p:nvSpPr>
        <p:spPr>
          <a:xfrm>
            <a:off x="6134619" y="2107252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 </a:t>
            </a:r>
            <a:r>
              <a:rPr lang="ko-KR" altLang="en-US" sz="12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9C8A23-F9EA-0BB9-07C4-FF229AB53859}"/>
              </a:ext>
            </a:extLst>
          </p:cNvPr>
          <p:cNvSpPr/>
          <p:nvPr/>
        </p:nvSpPr>
        <p:spPr>
          <a:xfrm>
            <a:off x="8031279" y="2107251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009C249-7454-0554-977F-F64AC444CF23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9734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D1C7-B857-966D-430B-5CE5379E1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5356E6CA-1D50-8513-AF48-0B4533D37DF5}"/>
              </a:ext>
            </a:extLst>
          </p:cNvPr>
          <p:cNvSpPr/>
          <p:nvPr/>
        </p:nvSpPr>
        <p:spPr>
          <a:xfrm>
            <a:off x="237836" y="3628237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화면 이동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15E4C30-E661-E5BC-9082-E0B4756031E0}"/>
              </a:ext>
            </a:extLst>
          </p:cNvPr>
          <p:cNvSpPr/>
          <p:nvPr/>
        </p:nvSpPr>
        <p:spPr>
          <a:xfrm>
            <a:off x="22629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auth.ts</a:t>
            </a:r>
            <a:endParaRPr lang="en-US" altLang="ko-K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/auth/check</a:t>
            </a:r>
            <a:endParaRPr lang="ko-KR" alt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2BE974B-DDBD-F296-1785-5D629FCDCE64}"/>
              </a:ext>
            </a:extLst>
          </p:cNvPr>
          <p:cNvSpPr/>
          <p:nvPr/>
        </p:nvSpPr>
        <p:spPr>
          <a:xfrm>
            <a:off x="269856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EEE6990-87B7-8300-BA14-91088EA1DBED}"/>
              </a:ext>
            </a:extLst>
          </p:cNvPr>
          <p:cNvCxnSpPr>
            <a:cxnSpLocks/>
          </p:cNvCxnSpPr>
          <p:nvPr/>
        </p:nvCxnSpPr>
        <p:spPr>
          <a:xfrm>
            <a:off x="4582778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C803E316-6235-AC16-88B6-F8FD7DE88C87}"/>
              </a:ext>
            </a:extLst>
          </p:cNvPr>
          <p:cNvCxnSpPr>
            <a:cxnSpLocks/>
          </p:cNvCxnSpPr>
          <p:nvPr/>
        </p:nvCxnSpPr>
        <p:spPr>
          <a:xfrm>
            <a:off x="2110512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70CDEB-C053-7965-F8C6-92FE858717F1}"/>
              </a:ext>
            </a:extLst>
          </p:cNvPr>
          <p:cNvCxnSpPr>
            <a:cxnSpLocks/>
          </p:cNvCxnSpPr>
          <p:nvPr/>
        </p:nvCxnSpPr>
        <p:spPr>
          <a:xfrm>
            <a:off x="3640670" y="5215740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FA80A71-9C9C-8578-0998-7FE82CFD79BC}"/>
              </a:ext>
            </a:extLst>
          </p:cNvPr>
          <p:cNvSpPr/>
          <p:nvPr/>
        </p:nvSpPr>
        <p:spPr>
          <a:xfrm>
            <a:off x="2698556" y="5528776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60C444C-42F0-B919-3F19-2CC61C3A4ACC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B9F4F6C-32D2-1A69-3FB7-D96215AFC2EC}"/>
              </a:ext>
            </a:extLst>
          </p:cNvPr>
          <p:cNvSpPr/>
          <p:nvPr/>
        </p:nvSpPr>
        <p:spPr>
          <a:xfrm>
            <a:off x="5170827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A121E85-9C0D-869F-2492-3884E6ADF92B}"/>
              </a:ext>
            </a:extLst>
          </p:cNvPr>
          <p:cNvCxnSpPr>
            <a:cxnSpLocks/>
          </p:cNvCxnSpPr>
          <p:nvPr/>
        </p:nvCxnSpPr>
        <p:spPr>
          <a:xfrm>
            <a:off x="4582778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BEA49F9-B5E4-5F18-7176-38C6146D5401}"/>
              </a:ext>
            </a:extLst>
          </p:cNvPr>
          <p:cNvSpPr/>
          <p:nvPr/>
        </p:nvSpPr>
        <p:spPr>
          <a:xfrm>
            <a:off x="7643098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4F99A20-D80C-9FAD-B6A5-1E3B54FB4000}"/>
              </a:ext>
            </a:extLst>
          </p:cNvPr>
          <p:cNvCxnSpPr>
            <a:cxnSpLocks/>
          </p:cNvCxnSpPr>
          <p:nvPr/>
        </p:nvCxnSpPr>
        <p:spPr>
          <a:xfrm>
            <a:off x="7055049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728290A5-6F61-683A-7B41-EBC62135CB9C}"/>
              </a:ext>
            </a:extLst>
          </p:cNvPr>
          <p:cNvSpPr/>
          <p:nvPr/>
        </p:nvSpPr>
        <p:spPr>
          <a:xfrm>
            <a:off x="764733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AuthControlle.java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813B19C-5F22-D941-9073-F0C2C825A2AA}"/>
              </a:ext>
            </a:extLst>
          </p:cNvPr>
          <p:cNvCxnSpPr>
            <a:cxnSpLocks/>
          </p:cNvCxnSpPr>
          <p:nvPr/>
        </p:nvCxnSpPr>
        <p:spPr>
          <a:xfrm>
            <a:off x="7059281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BD90222-76E6-DF32-8557-6EB77A005449}"/>
              </a:ext>
            </a:extLst>
          </p:cNvPr>
          <p:cNvSpPr/>
          <p:nvPr/>
        </p:nvSpPr>
        <p:spPr>
          <a:xfrm>
            <a:off x="5170827" y="4547255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7404739-8307-F880-CDAC-5FD70CE9C518}"/>
              </a:ext>
            </a:extLst>
          </p:cNvPr>
          <p:cNvSpPr/>
          <p:nvPr/>
        </p:nvSpPr>
        <p:spPr>
          <a:xfrm>
            <a:off x="10115369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3F4A12CA-2AB0-1A97-6CA4-82BDEEB81C49}"/>
              </a:ext>
            </a:extLst>
          </p:cNvPr>
          <p:cNvCxnSpPr>
            <a:cxnSpLocks/>
          </p:cNvCxnSpPr>
          <p:nvPr/>
        </p:nvCxnSpPr>
        <p:spPr>
          <a:xfrm>
            <a:off x="9527320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5FD967-B41A-EAC5-1BCE-1E99E94E8C7F}"/>
              </a:ext>
            </a:extLst>
          </p:cNvPr>
          <p:cNvSpPr/>
          <p:nvPr/>
        </p:nvSpPr>
        <p:spPr>
          <a:xfrm>
            <a:off x="237836" y="310912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요청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5EB710C-2A10-AD99-2D84-0F28A1FA840D}"/>
              </a:ext>
            </a:extLst>
          </p:cNvPr>
          <p:cNvSpPr/>
          <p:nvPr/>
        </p:nvSpPr>
        <p:spPr>
          <a:xfrm>
            <a:off x="226293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*.</a:t>
            </a:r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D6AF2EC-E062-2C34-0965-EC08305F0E01}"/>
              </a:ext>
            </a:extLst>
          </p:cNvPr>
          <p:cNvSpPr/>
          <p:nvPr/>
        </p:nvSpPr>
        <p:spPr>
          <a:xfrm>
            <a:off x="269856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B2962D2-2C41-BCDE-B191-4DBEAE6ECCC2}"/>
              </a:ext>
            </a:extLst>
          </p:cNvPr>
          <p:cNvCxnSpPr>
            <a:cxnSpLocks/>
          </p:cNvCxnSpPr>
          <p:nvPr/>
        </p:nvCxnSpPr>
        <p:spPr>
          <a:xfrm>
            <a:off x="4582778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92A219-F47B-E85C-7732-3414838C4654}"/>
              </a:ext>
            </a:extLst>
          </p:cNvPr>
          <p:cNvCxnSpPr>
            <a:cxnSpLocks/>
          </p:cNvCxnSpPr>
          <p:nvPr/>
        </p:nvCxnSpPr>
        <p:spPr>
          <a:xfrm>
            <a:off x="2110512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D443B96-AE16-275D-71DC-E7BBDE9BC3CA}"/>
              </a:ext>
            </a:extLst>
          </p:cNvPr>
          <p:cNvCxnSpPr>
            <a:cxnSpLocks/>
          </p:cNvCxnSpPr>
          <p:nvPr/>
        </p:nvCxnSpPr>
        <p:spPr>
          <a:xfrm>
            <a:off x="3640670" y="1898415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A0E7218-B39B-99A7-AD32-64F2B722AC9B}"/>
              </a:ext>
            </a:extLst>
          </p:cNvPr>
          <p:cNvSpPr/>
          <p:nvPr/>
        </p:nvSpPr>
        <p:spPr>
          <a:xfrm>
            <a:off x="2698556" y="2211451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02B4CB83-AD5E-1909-478F-0AE6B121AE0D}"/>
              </a:ext>
            </a:extLst>
          </p:cNvPr>
          <p:cNvSpPr/>
          <p:nvPr/>
        </p:nvSpPr>
        <p:spPr>
          <a:xfrm>
            <a:off x="5170827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997A3FC-CBD9-4D08-0985-5A0DAE2D43EA}"/>
              </a:ext>
            </a:extLst>
          </p:cNvPr>
          <p:cNvCxnSpPr>
            <a:cxnSpLocks/>
          </p:cNvCxnSpPr>
          <p:nvPr/>
        </p:nvCxnSpPr>
        <p:spPr>
          <a:xfrm>
            <a:off x="4582778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AD900EB-8D64-1218-F0B3-0FDB4D2D1367}"/>
              </a:ext>
            </a:extLst>
          </p:cNvPr>
          <p:cNvSpPr/>
          <p:nvPr/>
        </p:nvSpPr>
        <p:spPr>
          <a:xfrm>
            <a:off x="7643098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9A2E83C-73F4-B7DB-DF10-C43F76A187EB}"/>
              </a:ext>
            </a:extLst>
          </p:cNvPr>
          <p:cNvCxnSpPr>
            <a:cxnSpLocks/>
          </p:cNvCxnSpPr>
          <p:nvPr/>
        </p:nvCxnSpPr>
        <p:spPr>
          <a:xfrm>
            <a:off x="7055049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CE19BB1-6CBE-5D03-BB1C-21E2AA7C29D7}"/>
              </a:ext>
            </a:extLst>
          </p:cNvPr>
          <p:cNvSpPr/>
          <p:nvPr/>
        </p:nvSpPr>
        <p:spPr>
          <a:xfrm>
            <a:off x="764733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요청 결과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CC9D3CC-604A-3E90-C034-1BAF25A20EDB}"/>
              </a:ext>
            </a:extLst>
          </p:cNvPr>
          <p:cNvCxnSpPr>
            <a:cxnSpLocks/>
          </p:cNvCxnSpPr>
          <p:nvPr/>
        </p:nvCxnSpPr>
        <p:spPr>
          <a:xfrm>
            <a:off x="7059281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128F4E3-8041-D6D1-B510-ABCF479CFC30}"/>
              </a:ext>
            </a:extLst>
          </p:cNvPr>
          <p:cNvSpPr/>
          <p:nvPr/>
        </p:nvSpPr>
        <p:spPr>
          <a:xfrm>
            <a:off x="5170827" y="1229930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91A3A07-05F3-89C2-24D4-B3226BA060B2}"/>
              </a:ext>
            </a:extLst>
          </p:cNvPr>
          <p:cNvSpPr/>
          <p:nvPr/>
        </p:nvSpPr>
        <p:spPr>
          <a:xfrm>
            <a:off x="10115369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32C5C83-2E2D-8384-2C93-BE1DC80769F3}"/>
              </a:ext>
            </a:extLst>
          </p:cNvPr>
          <p:cNvCxnSpPr>
            <a:cxnSpLocks/>
          </p:cNvCxnSpPr>
          <p:nvPr/>
        </p:nvCxnSpPr>
        <p:spPr>
          <a:xfrm>
            <a:off x="9527320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66293C9-C0EF-C660-239C-FAB21E4F992E}"/>
              </a:ext>
            </a:extLst>
          </p:cNvPr>
          <p:cNvSpPr/>
          <p:nvPr/>
        </p:nvSpPr>
        <p:spPr>
          <a:xfrm>
            <a:off x="1012383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값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243CB31-E6BF-18BC-8413-8909DD228D0A}"/>
              </a:ext>
            </a:extLst>
          </p:cNvPr>
          <p:cNvCxnSpPr>
            <a:cxnSpLocks/>
          </p:cNvCxnSpPr>
          <p:nvPr/>
        </p:nvCxnSpPr>
        <p:spPr>
          <a:xfrm>
            <a:off x="9535784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065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581891" y="834678"/>
            <a:ext cx="11000508" cy="44577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7254008" y="2662380"/>
            <a:ext cx="1138384" cy="909782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화면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4390734" y="2662380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E8B632-B5E3-8528-E500-62414D12EA84}"/>
              </a:ext>
            </a:extLst>
          </p:cNvPr>
          <p:cNvSpPr/>
          <p:nvPr/>
        </p:nvSpPr>
        <p:spPr>
          <a:xfrm>
            <a:off x="3162297" y="2662380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C7E1B4C-C802-A4DA-966B-36EA566D2BE1}"/>
              </a:ext>
            </a:extLst>
          </p:cNvPr>
          <p:cNvSpPr/>
          <p:nvPr/>
        </p:nvSpPr>
        <p:spPr>
          <a:xfrm>
            <a:off x="4390734" y="3158952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5114FF-C1D9-4F8A-75E5-AA34AA91382A}"/>
              </a:ext>
            </a:extLst>
          </p:cNvPr>
          <p:cNvSpPr/>
          <p:nvPr/>
        </p:nvSpPr>
        <p:spPr>
          <a:xfrm>
            <a:off x="3162297" y="3158952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858E7B-7E84-5EF0-8339-E199EDEB8BCE}"/>
              </a:ext>
            </a:extLst>
          </p:cNvPr>
          <p:cNvSpPr/>
          <p:nvPr/>
        </p:nvSpPr>
        <p:spPr>
          <a:xfrm>
            <a:off x="7036951" y="3672674"/>
            <a:ext cx="1048329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저장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B19ED45-E7DA-4527-2F68-543CF0922054}"/>
              </a:ext>
            </a:extLst>
          </p:cNvPr>
          <p:cNvSpPr/>
          <p:nvPr/>
        </p:nvSpPr>
        <p:spPr>
          <a:xfrm>
            <a:off x="8086438" y="3672674"/>
            <a:ext cx="305954" cy="30456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113CB1D-048F-974D-7EEF-F05B170FBED4}"/>
              </a:ext>
            </a:extLst>
          </p:cNvPr>
          <p:cNvSpPr/>
          <p:nvPr/>
        </p:nvSpPr>
        <p:spPr>
          <a:xfrm>
            <a:off x="5141186" y="3672674"/>
            <a:ext cx="1843818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비밀번호 찾기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8CFBF7-C5D5-2134-EE80-9E9222C97C76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871BEA3-55D5-2A41-D1BC-DDCCFB1B24D9}"/>
              </a:ext>
            </a:extLst>
          </p:cNvPr>
          <p:cNvSpPr/>
          <p:nvPr/>
        </p:nvSpPr>
        <p:spPr>
          <a:xfrm>
            <a:off x="4984173" y="3544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EACA9C6-84A0-A201-DC82-42A917D005F6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624764-7117-4B78-EB8E-B524D55667B9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카카오 오픈 채팅 주소로 연결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858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39F6-85FE-A7D8-C2C8-5369F9CAF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FD7DF29-6F36-78EB-FF0A-B5F38625A9C2}"/>
              </a:ext>
            </a:extLst>
          </p:cNvPr>
          <p:cNvSpPr/>
          <p:nvPr/>
        </p:nvSpPr>
        <p:spPr>
          <a:xfrm>
            <a:off x="581891" y="834678"/>
            <a:ext cx="11000508" cy="4471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89FD6F3-1634-A1FF-7A03-B08627E9DDC3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마이페이지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사용자정보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CA139E-AF62-7696-E664-E25207CCA6CA}"/>
              </a:ext>
            </a:extLst>
          </p:cNvPr>
          <p:cNvSpPr/>
          <p:nvPr/>
        </p:nvSpPr>
        <p:spPr>
          <a:xfrm>
            <a:off x="2140527" y="1055253"/>
            <a:ext cx="27732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id1234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5C1102-C039-3B4A-D013-D86576598DFA}"/>
              </a:ext>
            </a:extLst>
          </p:cNvPr>
          <p:cNvSpPr/>
          <p:nvPr/>
        </p:nvSpPr>
        <p:spPr>
          <a:xfrm>
            <a:off x="912090" y="1055253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AF47BB-E654-C56D-3910-53E0780E2610}"/>
              </a:ext>
            </a:extLst>
          </p:cNvPr>
          <p:cNvSpPr/>
          <p:nvPr/>
        </p:nvSpPr>
        <p:spPr>
          <a:xfrm>
            <a:off x="912090" y="155182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E29025-2978-6C47-B004-47BB36EB5A47}"/>
              </a:ext>
            </a:extLst>
          </p:cNvPr>
          <p:cNvSpPr/>
          <p:nvPr/>
        </p:nvSpPr>
        <p:spPr>
          <a:xfrm>
            <a:off x="2140527" y="2886715"/>
            <a:ext cx="9266382" cy="145437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723054-93C8-5C54-3223-8261D07CDB96}"/>
              </a:ext>
            </a:extLst>
          </p:cNvPr>
          <p:cNvSpPr/>
          <p:nvPr/>
        </p:nvSpPr>
        <p:spPr>
          <a:xfrm>
            <a:off x="912090" y="288671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메모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C4C3864-1B78-85B2-C9F8-195C7C67B1A0}"/>
              </a:ext>
            </a:extLst>
          </p:cNvPr>
          <p:cNvSpPr/>
          <p:nvPr/>
        </p:nvSpPr>
        <p:spPr>
          <a:xfrm>
            <a:off x="3941617" y="1581843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0BC15D3-CE98-6CFB-1F4A-F95587D9F5D9}"/>
              </a:ext>
            </a:extLst>
          </p:cNvPr>
          <p:cNvSpPr/>
          <p:nvPr/>
        </p:nvSpPr>
        <p:spPr>
          <a:xfrm>
            <a:off x="4745181" y="4632210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6DB7B11-CEF1-B5F5-2C2D-FBAACE81FB19}"/>
              </a:ext>
            </a:extLst>
          </p:cNvPr>
          <p:cNvSpPr/>
          <p:nvPr/>
        </p:nvSpPr>
        <p:spPr>
          <a:xfrm>
            <a:off x="6082145" y="4632210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돌아가기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DF29D7B-38D6-2595-EB1E-77706AD43D8B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CDA8C77-F92F-8D27-BF8B-3B0AA723A460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E817F32-5739-BF17-7386-2E0B7A608D1C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24F757A-AC6F-A572-6155-70F9B1D2FE03}"/>
              </a:ext>
            </a:extLst>
          </p:cNvPr>
          <p:cNvSpPr/>
          <p:nvPr/>
        </p:nvSpPr>
        <p:spPr>
          <a:xfrm>
            <a:off x="912090" y="207841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8021C3-5522-A68A-55CA-9D92DC0B0FCE}"/>
              </a:ext>
            </a:extLst>
          </p:cNvPr>
          <p:cNvSpPr/>
          <p:nvPr/>
        </p:nvSpPr>
        <p:spPr>
          <a:xfrm>
            <a:off x="2140527" y="2108433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변경하기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371FE43-63EA-7F82-955C-4A07804DCE8F}"/>
              </a:ext>
            </a:extLst>
          </p:cNvPr>
          <p:cNvSpPr/>
          <p:nvPr/>
        </p:nvSpPr>
        <p:spPr>
          <a:xfrm>
            <a:off x="1958656" y="1957989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6416B04-39E1-43DD-57A6-117EA546B37D}"/>
              </a:ext>
            </a:extLst>
          </p:cNvPr>
          <p:cNvSpPr/>
          <p:nvPr/>
        </p:nvSpPr>
        <p:spPr>
          <a:xfrm>
            <a:off x="2140527" y="1581843"/>
            <a:ext cx="27732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nickname1234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7F80C16-A63C-78F3-71D1-29116C8CFB5A}"/>
              </a:ext>
            </a:extLst>
          </p:cNvPr>
          <p:cNvSpPr/>
          <p:nvPr/>
        </p:nvSpPr>
        <p:spPr>
          <a:xfrm>
            <a:off x="3775364" y="1396450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B92B4B1-EEFC-9A5F-05C0-BA7EDD74325D}"/>
              </a:ext>
            </a:extLst>
          </p:cNvPr>
          <p:cNvSpPr/>
          <p:nvPr/>
        </p:nvSpPr>
        <p:spPr>
          <a:xfrm>
            <a:off x="1" y="5907010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89D9DCC-D6C9-A787-81D8-CFC0054AE552}"/>
              </a:ext>
            </a:extLst>
          </p:cNvPr>
          <p:cNvSpPr/>
          <p:nvPr/>
        </p:nvSpPr>
        <p:spPr>
          <a:xfrm>
            <a:off x="172024" y="6052483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133E872-A525-CF77-794D-A248B619E546}"/>
              </a:ext>
            </a:extLst>
          </p:cNvPr>
          <p:cNvSpPr/>
          <p:nvPr/>
        </p:nvSpPr>
        <p:spPr>
          <a:xfrm>
            <a:off x="445712" y="5981508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</p:spTree>
    <p:extLst>
      <p:ext uri="{BB962C8B-B14F-4D97-AF65-F5344CB8AC3E}">
        <p14:creationId xmlns:p14="http://schemas.microsoft.com/office/powerpoint/2010/main" val="1777419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CD08559D-527B-8856-9A5B-A3FCD190B4D3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1228436" y="1873775"/>
            <a:ext cx="8806874" cy="46932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상품 목록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7A3782-F727-5765-86BF-373C41509FA8}"/>
              </a:ext>
            </a:extLst>
          </p:cNvPr>
          <p:cNvSpPr/>
          <p:nvPr/>
        </p:nvSpPr>
        <p:spPr>
          <a:xfrm>
            <a:off x="1403921" y="2738643"/>
            <a:ext cx="2147455" cy="30527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560939" y="2989178"/>
            <a:ext cx="1874983" cy="90978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0AE4626-D383-B815-E73F-D227CB21C2ED}"/>
              </a:ext>
            </a:extLst>
          </p:cNvPr>
          <p:cNvSpPr/>
          <p:nvPr/>
        </p:nvSpPr>
        <p:spPr>
          <a:xfrm>
            <a:off x="1560939" y="4582447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5" y="143165"/>
            <a:ext cx="491037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1560938" y="40282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53774DC-BB74-FF83-0895-CF1D83A65C09}"/>
              </a:ext>
            </a:extLst>
          </p:cNvPr>
          <p:cNvSpPr/>
          <p:nvPr/>
        </p:nvSpPr>
        <p:spPr>
          <a:xfrm>
            <a:off x="1560939" y="514586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1627F6-618A-F013-3572-4E737ED87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490" y="2738643"/>
            <a:ext cx="1920464" cy="308042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8A29AC7-1282-79C7-3D65-F0A6115AE4E8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FDB7A95-98E2-44C7-477A-473AAE483157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54EEF45-42AD-2DFF-7271-4529E03AC89A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4D36589E-E95E-FB64-54EB-BE3BF51199E9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C486507-9CE3-3983-D1B5-1BFA4FDBAD18}"/>
              </a:ext>
            </a:extLst>
          </p:cNvPr>
          <p:cNvSpPr/>
          <p:nvPr/>
        </p:nvSpPr>
        <p:spPr>
          <a:xfrm>
            <a:off x="8590972" y="2153174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66CFC227-171C-67D4-73DE-E27047A8A8F0}"/>
              </a:ext>
            </a:extLst>
          </p:cNvPr>
          <p:cNvSpPr/>
          <p:nvPr/>
        </p:nvSpPr>
        <p:spPr>
          <a:xfrm flipV="1">
            <a:off x="8775700" y="2236250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38052F3-6E1E-DEB5-258A-D6B4E55E0E5B}"/>
              </a:ext>
            </a:extLst>
          </p:cNvPr>
          <p:cNvSpPr/>
          <p:nvPr/>
        </p:nvSpPr>
        <p:spPr>
          <a:xfrm>
            <a:off x="1403921" y="2320702"/>
            <a:ext cx="89592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총 </a:t>
            </a:r>
            <a:r>
              <a:rPr lang="en-US" altLang="ko-KR" dirty="0">
                <a:solidFill>
                  <a:schemeClr val="tx1"/>
                </a:solidFill>
              </a:rPr>
              <a:t>n</a:t>
            </a:r>
            <a:r>
              <a:rPr lang="ko-KR" altLang="en-US" dirty="0">
                <a:solidFill>
                  <a:schemeClr val="tx1"/>
                </a:solidFill>
              </a:rPr>
              <a:t>개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0CD34B-9BBB-5C1B-4DC5-5FE65659B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959" y="2710934"/>
            <a:ext cx="1920464" cy="308042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7770444-E8C1-1526-6A6D-E1182C46A85F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3" name="이등변 삼각형 2">
            <a:extLst>
              <a:ext uri="{FF2B5EF4-FFF2-40B4-BE49-F238E27FC236}">
                <a16:creationId xmlns:a16="http://schemas.microsoft.com/office/drawing/2014/main" id="{60B36FB9-EAB1-0E7B-E0DE-F8203BA36C65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19087D-C928-A742-E93E-8A55818BE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857" y="2674980"/>
            <a:ext cx="1920464" cy="308042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0FB6D94-02CD-0481-FD94-37E3D1AA19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874" y="5135566"/>
            <a:ext cx="483666" cy="48366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81AF8C-B3F2-E22E-4C6E-172BA9AC9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207" y="5268334"/>
            <a:ext cx="483666" cy="483666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D0ED6-69E9-4840-355B-218A4BAF25C2}"/>
              </a:ext>
            </a:extLst>
          </p:cNvPr>
          <p:cNvSpPr/>
          <p:nvPr/>
        </p:nvSpPr>
        <p:spPr>
          <a:xfrm>
            <a:off x="8724901" y="5926871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등록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3C9127-8C4F-CEB9-A280-8BCF6E4CB341}"/>
              </a:ext>
            </a:extLst>
          </p:cNvPr>
          <p:cNvSpPr/>
          <p:nvPr/>
        </p:nvSpPr>
        <p:spPr>
          <a:xfrm>
            <a:off x="8002857" y="2674980"/>
            <a:ext cx="1853499" cy="3077020"/>
          </a:xfrm>
          <a:prstGeom prst="rect">
            <a:avLst/>
          </a:prstGeom>
          <a:solidFill>
            <a:srgbClr val="000000">
              <a:alpha val="67059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품절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4198C26-C1B2-6891-109B-7AE1661552FD}"/>
              </a:ext>
            </a:extLst>
          </p:cNvPr>
          <p:cNvSpPr/>
          <p:nvPr/>
        </p:nvSpPr>
        <p:spPr>
          <a:xfrm>
            <a:off x="6437744" y="2156807"/>
            <a:ext cx="160481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b="1" dirty="0">
                <a:solidFill>
                  <a:schemeClr val="tx1"/>
                </a:solidFill>
              </a:rPr>
              <a:t>품절 상품 숨기기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96CFFA-CB88-8FDA-EC46-ED6495109BAA}"/>
              </a:ext>
            </a:extLst>
          </p:cNvPr>
          <p:cNvSpPr/>
          <p:nvPr/>
        </p:nvSpPr>
        <p:spPr>
          <a:xfrm>
            <a:off x="8051352" y="2233938"/>
            <a:ext cx="286778" cy="26329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854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71F30A-C662-7C2D-E86A-D918F0F5B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364" y="791961"/>
            <a:ext cx="2336799" cy="12281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140907-A89A-2F77-C953-DE8E8D902414}"/>
              </a:ext>
            </a:extLst>
          </p:cNvPr>
          <p:cNvSpPr/>
          <p:nvPr/>
        </p:nvSpPr>
        <p:spPr>
          <a:xfrm>
            <a:off x="5574144" y="3417452"/>
            <a:ext cx="1874983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 담기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079837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7B35C0-F4E5-2794-1487-BE92D4D76858}"/>
              </a:ext>
            </a:extLst>
          </p:cNvPr>
          <p:cNvSpPr/>
          <p:nvPr/>
        </p:nvSpPr>
        <p:spPr>
          <a:xfrm>
            <a:off x="7601533" y="341745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DDF1D0-CCD8-E8F1-BE52-0E63215B2B71}"/>
              </a:ext>
            </a:extLst>
          </p:cNvPr>
          <p:cNvSpPr/>
          <p:nvPr/>
        </p:nvSpPr>
        <p:spPr>
          <a:xfrm>
            <a:off x="4715164" y="3417451"/>
            <a:ext cx="70658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개수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89651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005238-9333-2F99-A834-EF55F9C4F934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B11346-E7AB-EE1C-F277-CCB816B9ACED}"/>
              </a:ext>
            </a:extLst>
          </p:cNvPr>
          <p:cNvSpPr/>
          <p:nvPr/>
        </p:nvSpPr>
        <p:spPr>
          <a:xfrm>
            <a:off x="7315201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374815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상품상세조회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관리화면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91960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F47772C-2274-78DD-BD4E-F2D2711DDC6F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649525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장바구니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F08235D-6DCD-94FF-89C3-3B3E33214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188" y="3269673"/>
            <a:ext cx="4080538" cy="29243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480291" y="83481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969230" y="103693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2996610" y="159565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3006989" y="103693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4BE3B22-D8B6-0B88-5C6B-E7D25CAA9CAB}"/>
              </a:ext>
            </a:extLst>
          </p:cNvPr>
          <p:cNvSpPr/>
          <p:nvPr/>
        </p:nvSpPr>
        <p:spPr>
          <a:xfrm>
            <a:off x="9199417" y="877455"/>
            <a:ext cx="2147455" cy="12943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2C7F8E6-7DF5-9665-B634-A7BF340ACA51}"/>
              </a:ext>
            </a:extLst>
          </p:cNvPr>
          <p:cNvSpPr/>
          <p:nvPr/>
        </p:nvSpPr>
        <p:spPr>
          <a:xfrm>
            <a:off x="9356435" y="111062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9189367-B4E8-AC9E-8714-0A8000E5E860}"/>
              </a:ext>
            </a:extLst>
          </p:cNvPr>
          <p:cNvSpPr/>
          <p:nvPr/>
        </p:nvSpPr>
        <p:spPr>
          <a:xfrm>
            <a:off x="10005290" y="1698142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A2494F0-461B-BF03-CF88-A0D670133719}"/>
              </a:ext>
            </a:extLst>
          </p:cNvPr>
          <p:cNvSpPr/>
          <p:nvPr/>
        </p:nvSpPr>
        <p:spPr>
          <a:xfrm>
            <a:off x="2996610" y="260118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D26D933-A917-6A00-C1BF-F225F8BC1BB3}"/>
              </a:ext>
            </a:extLst>
          </p:cNvPr>
          <p:cNvSpPr/>
          <p:nvPr/>
        </p:nvSpPr>
        <p:spPr>
          <a:xfrm>
            <a:off x="6822039" y="266930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0BDE74D-C9AD-CDA2-9AF3-2B602C099A55}"/>
              </a:ext>
            </a:extLst>
          </p:cNvPr>
          <p:cNvSpPr/>
          <p:nvPr/>
        </p:nvSpPr>
        <p:spPr>
          <a:xfrm>
            <a:off x="469313" y="347179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F2B6450-3DFA-CC95-C78D-F4E832D893D3}"/>
              </a:ext>
            </a:extLst>
          </p:cNvPr>
          <p:cNvSpPr/>
          <p:nvPr/>
        </p:nvSpPr>
        <p:spPr>
          <a:xfrm>
            <a:off x="958252" y="367391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EFC5303-1BB9-892E-BEEB-906DD8D81115}"/>
              </a:ext>
            </a:extLst>
          </p:cNvPr>
          <p:cNvSpPr/>
          <p:nvPr/>
        </p:nvSpPr>
        <p:spPr>
          <a:xfrm>
            <a:off x="2985632" y="423263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DE7609E-0B94-9729-5D0D-C3DF3D121DD5}"/>
              </a:ext>
            </a:extLst>
          </p:cNvPr>
          <p:cNvSpPr/>
          <p:nvPr/>
        </p:nvSpPr>
        <p:spPr>
          <a:xfrm>
            <a:off x="2996011" y="367391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7CB0159-F3BB-627E-6BAB-AC8B2149497F}"/>
              </a:ext>
            </a:extLst>
          </p:cNvPr>
          <p:cNvSpPr/>
          <p:nvPr/>
        </p:nvSpPr>
        <p:spPr>
          <a:xfrm>
            <a:off x="2985632" y="523816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1DF24F8-7421-D81B-D02E-C4648859C132}"/>
              </a:ext>
            </a:extLst>
          </p:cNvPr>
          <p:cNvSpPr/>
          <p:nvPr/>
        </p:nvSpPr>
        <p:spPr>
          <a:xfrm>
            <a:off x="6811061" y="530628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615FD5-8026-B4A7-0F2E-DE7994DAA06C}"/>
              </a:ext>
            </a:extLst>
          </p:cNvPr>
          <p:cNvSpPr/>
          <p:nvPr/>
        </p:nvSpPr>
        <p:spPr>
          <a:xfrm>
            <a:off x="595452" y="1924357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accent1"/>
                </a:solidFill>
              </a:rPr>
              <a:t>√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AFFBA2-DC53-E9F2-3C38-3F2D87F4D487}"/>
              </a:ext>
            </a:extLst>
          </p:cNvPr>
          <p:cNvSpPr/>
          <p:nvPr/>
        </p:nvSpPr>
        <p:spPr>
          <a:xfrm>
            <a:off x="595452" y="4595283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300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6C89-4715-C282-F004-A7DDC55FE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ED6E083-4C62-C393-5193-2A4F0BD14B5D}"/>
              </a:ext>
            </a:extLst>
          </p:cNvPr>
          <p:cNvSpPr/>
          <p:nvPr/>
        </p:nvSpPr>
        <p:spPr>
          <a:xfrm>
            <a:off x="2295236" y="4110182"/>
            <a:ext cx="7910946" cy="16902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188E50-FF97-6A17-04D9-E0BC3F5390B4}"/>
              </a:ext>
            </a:extLst>
          </p:cNvPr>
          <p:cNvSpPr/>
          <p:nvPr/>
        </p:nvSpPr>
        <p:spPr>
          <a:xfrm>
            <a:off x="2272146" y="868823"/>
            <a:ext cx="7934036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B3252A-001D-2480-F2B9-C6DDD8936206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상품조회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신규상품주문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971372C-FE62-9910-2C0E-566421AA54F8}"/>
              </a:ext>
            </a:extLst>
          </p:cNvPr>
          <p:cNvSpPr/>
          <p:nvPr/>
        </p:nvSpPr>
        <p:spPr>
          <a:xfrm>
            <a:off x="2272146" y="1437206"/>
            <a:ext cx="1908000" cy="191960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040794-BF4A-4A58-800B-8C6FBAFED713}"/>
              </a:ext>
            </a:extLst>
          </p:cNvPr>
          <p:cNvSpPr/>
          <p:nvPr/>
        </p:nvSpPr>
        <p:spPr>
          <a:xfrm>
            <a:off x="8756074" y="5989177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구매요청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1D5133-4784-775B-B1BA-EE9679776392}"/>
              </a:ext>
            </a:extLst>
          </p:cNvPr>
          <p:cNvSpPr/>
          <p:nvPr/>
        </p:nvSpPr>
        <p:spPr>
          <a:xfrm>
            <a:off x="1048326" y="868823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*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0BE009-37B2-4305-AF89-F77462286241}"/>
              </a:ext>
            </a:extLst>
          </p:cNvPr>
          <p:cNvSpPr/>
          <p:nvPr/>
        </p:nvSpPr>
        <p:spPr>
          <a:xfrm>
            <a:off x="1048326" y="136539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6B3C38-EB44-F8C9-18CA-1C7158BD8BE5}"/>
              </a:ext>
            </a:extLst>
          </p:cNvPr>
          <p:cNvSpPr/>
          <p:nvPr/>
        </p:nvSpPr>
        <p:spPr>
          <a:xfrm>
            <a:off x="1048326" y="3512124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*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60AF25-6410-9BC5-6B05-827FC9A0929F}"/>
              </a:ext>
            </a:extLst>
          </p:cNvPr>
          <p:cNvSpPr/>
          <p:nvPr/>
        </p:nvSpPr>
        <p:spPr>
          <a:xfrm>
            <a:off x="1048326" y="4110182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상품설명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E3A92A-2DE9-F2F8-1844-BE1C57996A8F}"/>
              </a:ext>
            </a:extLst>
          </p:cNvPr>
          <p:cNvSpPr/>
          <p:nvPr/>
        </p:nvSpPr>
        <p:spPr>
          <a:xfrm>
            <a:off x="2272146" y="3512124"/>
            <a:ext cx="19080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077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주문내역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1287888" y="2017607"/>
            <a:ext cx="7605008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1393198" y="2206668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2924356" y="2541870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2934735" y="2132283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4D9231-7A4E-7882-21E3-8E42CB8F371A}"/>
              </a:ext>
            </a:extLst>
          </p:cNvPr>
          <p:cNvSpPr/>
          <p:nvPr/>
        </p:nvSpPr>
        <p:spPr>
          <a:xfrm>
            <a:off x="2924356" y="2951457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338313-7BB0-055B-934B-DA61EE9082A7}"/>
              </a:ext>
            </a:extLst>
          </p:cNvPr>
          <p:cNvSpPr/>
          <p:nvPr/>
        </p:nvSpPr>
        <p:spPr>
          <a:xfrm>
            <a:off x="5497304" y="2541871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81192B-1C8E-846C-9261-A0A49E37AE7F}"/>
              </a:ext>
            </a:extLst>
          </p:cNvPr>
          <p:cNvSpPr/>
          <p:nvPr/>
        </p:nvSpPr>
        <p:spPr>
          <a:xfrm>
            <a:off x="5441591" y="2951457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E6D8D2B-DC68-5D4B-E1A8-C43D5BF4D172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0DC5175D-D99B-24F2-3BB9-81439B605D33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31E8F4A-4141-9454-89F2-E6618CD01FF4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89BF5A26-C26E-7EE3-F520-B9ACB50D32D2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4040151-ACBB-D046-8931-13FDE0200119}"/>
              </a:ext>
            </a:extLst>
          </p:cNvPr>
          <p:cNvSpPr/>
          <p:nvPr/>
        </p:nvSpPr>
        <p:spPr>
          <a:xfrm>
            <a:off x="7526482" y="3580345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BE5B80F-6674-8CCB-F8A5-5812966ADB99}"/>
              </a:ext>
            </a:extLst>
          </p:cNvPr>
          <p:cNvSpPr/>
          <p:nvPr/>
        </p:nvSpPr>
        <p:spPr>
          <a:xfrm>
            <a:off x="9328738" y="4932218"/>
            <a:ext cx="1847262" cy="1925781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주문상태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구매요청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배송중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결제중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구매완료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품절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3D7D0E-D7DA-8E9C-9CE4-6EDE89A2C614}"/>
              </a:ext>
            </a:extLst>
          </p:cNvPr>
          <p:cNvSpPr/>
          <p:nvPr/>
        </p:nvSpPr>
        <p:spPr>
          <a:xfrm>
            <a:off x="1287888" y="4307114"/>
            <a:ext cx="7605008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73E16D8-7133-A231-0773-F564CFAD11D6}"/>
              </a:ext>
            </a:extLst>
          </p:cNvPr>
          <p:cNvSpPr/>
          <p:nvPr/>
        </p:nvSpPr>
        <p:spPr>
          <a:xfrm>
            <a:off x="1393198" y="4496175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077A6F1-7C78-A4B1-C7B7-CEFCE56799A6}"/>
              </a:ext>
            </a:extLst>
          </p:cNvPr>
          <p:cNvSpPr/>
          <p:nvPr/>
        </p:nvSpPr>
        <p:spPr>
          <a:xfrm>
            <a:off x="2924356" y="4831377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803E03E-4233-2896-35FA-0E6D3D109D77}"/>
              </a:ext>
            </a:extLst>
          </p:cNvPr>
          <p:cNvSpPr/>
          <p:nvPr/>
        </p:nvSpPr>
        <p:spPr>
          <a:xfrm>
            <a:off x="2934735" y="4421790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64A7B83-F26B-A56E-0C78-9807C237F8DD}"/>
              </a:ext>
            </a:extLst>
          </p:cNvPr>
          <p:cNvSpPr/>
          <p:nvPr/>
        </p:nvSpPr>
        <p:spPr>
          <a:xfrm>
            <a:off x="2924356" y="5240964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2DDAE55-75F3-55D4-3A40-AAD7E73985B2}"/>
              </a:ext>
            </a:extLst>
          </p:cNvPr>
          <p:cNvSpPr/>
          <p:nvPr/>
        </p:nvSpPr>
        <p:spPr>
          <a:xfrm>
            <a:off x="5497304" y="4831378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ED5FCF6-00FA-A7D7-4DC1-2ACE27DC7F6C}"/>
              </a:ext>
            </a:extLst>
          </p:cNvPr>
          <p:cNvSpPr/>
          <p:nvPr/>
        </p:nvSpPr>
        <p:spPr>
          <a:xfrm>
            <a:off x="5441591" y="5240964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897E89D-68FF-3608-3E82-6045FB76DBFD}"/>
              </a:ext>
            </a:extLst>
          </p:cNvPr>
          <p:cNvSpPr/>
          <p:nvPr/>
        </p:nvSpPr>
        <p:spPr>
          <a:xfrm>
            <a:off x="7526482" y="5869852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</p:spTree>
    <p:extLst>
      <p:ext uri="{BB962C8B-B14F-4D97-AF65-F5344CB8AC3E}">
        <p14:creationId xmlns:p14="http://schemas.microsoft.com/office/powerpoint/2010/main" val="215702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44194-B44F-16EE-95A6-30C1CA95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8F02311-F475-F251-672C-06D81A12F47C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주문내역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F50B2E8-A8CD-BBFA-29F4-0F5D3A3F2BC2}"/>
              </a:ext>
            </a:extLst>
          </p:cNvPr>
          <p:cNvSpPr/>
          <p:nvPr/>
        </p:nvSpPr>
        <p:spPr>
          <a:xfrm>
            <a:off x="1287887" y="2017607"/>
            <a:ext cx="10633817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E3CA14C-1559-4867-0CC1-A838C2A86D03}"/>
              </a:ext>
            </a:extLst>
          </p:cNvPr>
          <p:cNvSpPr/>
          <p:nvPr/>
        </p:nvSpPr>
        <p:spPr>
          <a:xfrm>
            <a:off x="1393198" y="2206668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29DDF2E-4E1C-5452-97E6-D43707D91AA7}"/>
              </a:ext>
            </a:extLst>
          </p:cNvPr>
          <p:cNvSpPr/>
          <p:nvPr/>
        </p:nvSpPr>
        <p:spPr>
          <a:xfrm>
            <a:off x="2924356" y="2541870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3D1066-E84B-9413-9831-69457CDBFF42}"/>
              </a:ext>
            </a:extLst>
          </p:cNvPr>
          <p:cNvSpPr/>
          <p:nvPr/>
        </p:nvSpPr>
        <p:spPr>
          <a:xfrm>
            <a:off x="2934735" y="2132283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2E7081C-0FC9-DA80-68F0-2449CDB42F6F}"/>
              </a:ext>
            </a:extLst>
          </p:cNvPr>
          <p:cNvSpPr/>
          <p:nvPr/>
        </p:nvSpPr>
        <p:spPr>
          <a:xfrm>
            <a:off x="2924356" y="2951457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622AA9A-0976-0CEC-3E21-40D256EB6F20}"/>
              </a:ext>
            </a:extLst>
          </p:cNvPr>
          <p:cNvSpPr/>
          <p:nvPr/>
        </p:nvSpPr>
        <p:spPr>
          <a:xfrm>
            <a:off x="6610110" y="2541871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E25CCB-1177-4373-AB08-DCC6211154AF}"/>
              </a:ext>
            </a:extLst>
          </p:cNvPr>
          <p:cNvSpPr/>
          <p:nvPr/>
        </p:nvSpPr>
        <p:spPr>
          <a:xfrm>
            <a:off x="6554397" y="2951457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1BD4425-9355-F850-561D-928E91C74A1E}"/>
              </a:ext>
            </a:extLst>
          </p:cNvPr>
          <p:cNvSpPr/>
          <p:nvPr/>
        </p:nvSpPr>
        <p:spPr>
          <a:xfrm>
            <a:off x="1228436" y="701964"/>
            <a:ext cx="10693269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211D80-A88C-E6FF-6138-0127772B71D0}"/>
              </a:ext>
            </a:extLst>
          </p:cNvPr>
          <p:cNvSpPr/>
          <p:nvPr/>
        </p:nvSpPr>
        <p:spPr>
          <a:xfrm>
            <a:off x="10882743" y="1173024"/>
            <a:ext cx="856213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68FBBA0-8698-D53D-822B-56F545F85449}"/>
              </a:ext>
            </a:extLst>
          </p:cNvPr>
          <p:cNvSpPr/>
          <p:nvPr/>
        </p:nvSpPr>
        <p:spPr>
          <a:xfrm>
            <a:off x="7608498" y="1256152"/>
            <a:ext cx="3103018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C8432-5409-4B76-457A-ACFD11F3A4BD}"/>
              </a:ext>
            </a:extLst>
          </p:cNvPr>
          <p:cNvSpPr/>
          <p:nvPr/>
        </p:nvSpPr>
        <p:spPr>
          <a:xfrm>
            <a:off x="6240642" y="1209358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E40CAF1D-9E2E-9868-AA68-FA65A1FFFB8E}"/>
              </a:ext>
            </a:extLst>
          </p:cNvPr>
          <p:cNvSpPr/>
          <p:nvPr/>
        </p:nvSpPr>
        <p:spPr>
          <a:xfrm flipV="1">
            <a:off x="6425370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AFED0C0-B5AC-B87A-4E1B-702790F519FE}"/>
              </a:ext>
            </a:extLst>
          </p:cNvPr>
          <p:cNvSpPr/>
          <p:nvPr/>
        </p:nvSpPr>
        <p:spPr>
          <a:xfrm>
            <a:off x="4880589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27F3EBAA-6A16-B58D-53FD-D89E164F3F3D}"/>
              </a:ext>
            </a:extLst>
          </p:cNvPr>
          <p:cNvSpPr/>
          <p:nvPr/>
        </p:nvSpPr>
        <p:spPr>
          <a:xfrm flipV="1">
            <a:off x="5065317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8058573-6DE7-582B-1568-6D3D97C3DD39}"/>
              </a:ext>
            </a:extLst>
          </p:cNvPr>
          <p:cNvSpPr/>
          <p:nvPr/>
        </p:nvSpPr>
        <p:spPr>
          <a:xfrm>
            <a:off x="10597480" y="3580345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EFB51F7-BCD6-DE57-8958-E08DF0DDE739}"/>
              </a:ext>
            </a:extLst>
          </p:cNvPr>
          <p:cNvSpPr/>
          <p:nvPr/>
        </p:nvSpPr>
        <p:spPr>
          <a:xfrm>
            <a:off x="1287888" y="4307114"/>
            <a:ext cx="10633816" cy="21748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D74921E-E47D-863A-FE5A-3F9E66CD42C2}"/>
              </a:ext>
            </a:extLst>
          </p:cNvPr>
          <p:cNvSpPr/>
          <p:nvPr/>
        </p:nvSpPr>
        <p:spPr>
          <a:xfrm>
            <a:off x="1393198" y="4496175"/>
            <a:ext cx="1539783" cy="173560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이미지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8E4F060-7601-BE8C-E304-5572B3B135E1}"/>
              </a:ext>
            </a:extLst>
          </p:cNvPr>
          <p:cNvSpPr/>
          <p:nvPr/>
        </p:nvSpPr>
        <p:spPr>
          <a:xfrm>
            <a:off x="2924356" y="4831377"/>
            <a:ext cx="18749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가격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FE6533E-94F8-EC2F-375B-4A0CEFF74834}"/>
              </a:ext>
            </a:extLst>
          </p:cNvPr>
          <p:cNvSpPr/>
          <p:nvPr/>
        </p:nvSpPr>
        <p:spPr>
          <a:xfrm>
            <a:off x="2934735" y="4421790"/>
            <a:ext cx="5194902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상품명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1D3473-0E6B-35ED-292B-9B4782F0F3D6}"/>
              </a:ext>
            </a:extLst>
          </p:cNvPr>
          <p:cNvSpPr/>
          <p:nvPr/>
        </p:nvSpPr>
        <p:spPr>
          <a:xfrm>
            <a:off x="2924356" y="5240964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개수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409D63C-C078-1EB5-A393-AA42C2960F74}"/>
              </a:ext>
            </a:extLst>
          </p:cNvPr>
          <p:cNvSpPr/>
          <p:nvPr/>
        </p:nvSpPr>
        <p:spPr>
          <a:xfrm>
            <a:off x="6610110" y="4831378"/>
            <a:ext cx="129310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주문일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DE8E569-82BB-B23A-2FBA-055B61CC71DF}"/>
              </a:ext>
            </a:extLst>
          </p:cNvPr>
          <p:cNvSpPr/>
          <p:nvPr/>
        </p:nvSpPr>
        <p:spPr>
          <a:xfrm>
            <a:off x="6554397" y="5240964"/>
            <a:ext cx="1404526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{{</a:t>
            </a:r>
            <a:r>
              <a:rPr lang="ko-KR" altLang="en-US" dirty="0">
                <a:solidFill>
                  <a:schemeClr val="tx1"/>
                </a:solidFill>
              </a:rPr>
              <a:t>주문상태</a:t>
            </a:r>
            <a:r>
              <a:rPr lang="en-US" altLang="ko-KR" dirty="0">
                <a:solidFill>
                  <a:schemeClr val="tx1"/>
                </a:solidFill>
              </a:rPr>
              <a:t>}}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44A8C40-C5F7-FE43-F099-AA6A04DA79B6}"/>
              </a:ext>
            </a:extLst>
          </p:cNvPr>
          <p:cNvSpPr/>
          <p:nvPr/>
        </p:nvSpPr>
        <p:spPr>
          <a:xfrm>
            <a:off x="10597480" y="5869852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2DA7CB-1223-0F68-2168-741860B06725}"/>
              </a:ext>
            </a:extLst>
          </p:cNvPr>
          <p:cNvSpPr txBox="1"/>
          <p:nvPr/>
        </p:nvSpPr>
        <p:spPr>
          <a:xfrm>
            <a:off x="1287887" y="1238926"/>
            <a:ext cx="937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주문일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280E64-5B15-E231-06AB-12E1431AA1F6}"/>
              </a:ext>
            </a:extLst>
          </p:cNvPr>
          <p:cNvSpPr/>
          <p:nvPr/>
        </p:nvSpPr>
        <p:spPr>
          <a:xfrm>
            <a:off x="2137094" y="1256152"/>
            <a:ext cx="1152000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2025-01-01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679209-24F6-8474-3E91-A5BE293D2E33}"/>
              </a:ext>
            </a:extLst>
          </p:cNvPr>
          <p:cNvSpPr/>
          <p:nvPr/>
        </p:nvSpPr>
        <p:spPr>
          <a:xfrm>
            <a:off x="3613325" y="1256152"/>
            <a:ext cx="1152000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2025-12-31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5D8938-1540-DBEF-F23A-AC391899EF7F}"/>
              </a:ext>
            </a:extLst>
          </p:cNvPr>
          <p:cNvSpPr txBox="1"/>
          <p:nvPr/>
        </p:nvSpPr>
        <p:spPr>
          <a:xfrm>
            <a:off x="3279728" y="1238926"/>
            <a:ext cx="937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~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193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관리자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주문관리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581890" y="701964"/>
            <a:ext cx="11046690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10419771" y="121341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1506107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83ACDFD-6D7A-157E-5387-A8BDD2256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455858"/>
              </p:ext>
            </p:extLst>
          </p:nvPr>
        </p:nvGraphicFramePr>
        <p:xfrm>
          <a:off x="92364" y="2443091"/>
          <a:ext cx="12016510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651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938777188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1739274897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1747542634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2931074512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3669383643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3165660754"/>
                    </a:ext>
                  </a:extLst>
                </a:gridCol>
                <a:gridCol w="1201651">
                  <a:extLst>
                    <a:ext uri="{9D8B030D-6E8A-4147-A177-3AD203B41FA5}">
                      <a16:colId xmlns:a16="http://schemas.microsoft.com/office/drawing/2014/main" val="40081969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상품명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주문일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구매일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가격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가격합계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주문자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구매액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주문상태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구매요청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배송중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미결제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구매완료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상품</a:t>
                      </a:r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품절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309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신규상품</a:t>
                      </a:r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10,000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30,000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2138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신규상품</a:t>
                      </a:r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2025-12-03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90,000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상세보기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23923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899C888-AE2B-2D8A-BE40-C5D80E96A700}"/>
              </a:ext>
            </a:extLst>
          </p:cNvPr>
          <p:cNvSpPr/>
          <p:nvPr/>
        </p:nvSpPr>
        <p:spPr>
          <a:xfrm>
            <a:off x="8982360" y="1261878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상태</a:t>
            </a: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7830ADD7-F882-CCCA-DBEF-6AB70C2F465F}"/>
              </a:ext>
            </a:extLst>
          </p:cNvPr>
          <p:cNvSpPr/>
          <p:nvPr/>
        </p:nvSpPr>
        <p:spPr>
          <a:xfrm flipV="1">
            <a:off x="9167088" y="1344954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A265BDF-1CE1-D659-5EFE-66DD1714464E}"/>
              </a:ext>
            </a:extLst>
          </p:cNvPr>
          <p:cNvSpPr/>
          <p:nvPr/>
        </p:nvSpPr>
        <p:spPr>
          <a:xfrm>
            <a:off x="237835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8B40AC5-9A87-257A-F380-46F589E0E03B}"/>
              </a:ext>
            </a:extLst>
          </p:cNvPr>
          <p:cNvSpPr/>
          <p:nvPr/>
        </p:nvSpPr>
        <p:spPr>
          <a:xfrm>
            <a:off x="5921671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D72C599-F48D-FF83-64CD-B8E892854050}"/>
              </a:ext>
            </a:extLst>
          </p:cNvPr>
          <p:cNvSpPr/>
          <p:nvPr/>
        </p:nvSpPr>
        <p:spPr>
          <a:xfrm>
            <a:off x="4653399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구매일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A3151D-3FEB-D873-4847-66ED5F928203}"/>
              </a:ext>
            </a:extLst>
          </p:cNvPr>
          <p:cNvSpPr/>
          <p:nvPr/>
        </p:nvSpPr>
        <p:spPr>
          <a:xfrm>
            <a:off x="7499348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E1CE3FB-BD98-E7C4-0D65-C6747C4215E2}"/>
              </a:ext>
            </a:extLst>
          </p:cNvPr>
          <p:cNvSpPr/>
          <p:nvPr/>
        </p:nvSpPr>
        <p:spPr>
          <a:xfrm>
            <a:off x="6713971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71E48C8-7563-DFC3-8D9B-4C350A14A6BE}"/>
              </a:ext>
            </a:extLst>
          </p:cNvPr>
          <p:cNvSpPr/>
          <p:nvPr/>
        </p:nvSpPr>
        <p:spPr>
          <a:xfrm>
            <a:off x="3708414" y="1304564"/>
            <a:ext cx="1265384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EF8617F-65EE-24AD-EBF5-EA7A00B96819}"/>
              </a:ext>
            </a:extLst>
          </p:cNvPr>
          <p:cNvSpPr/>
          <p:nvPr/>
        </p:nvSpPr>
        <p:spPr>
          <a:xfrm>
            <a:off x="2440142" y="1261878"/>
            <a:ext cx="1265384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주문자</a:t>
            </a:r>
          </a:p>
        </p:txBody>
      </p:sp>
    </p:spTree>
    <p:extLst>
      <p:ext uri="{BB962C8B-B14F-4D97-AF65-F5344CB8AC3E}">
        <p14:creationId xmlns:p14="http://schemas.microsoft.com/office/powerpoint/2010/main" val="2670772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C9325-7BEC-F5B0-2311-D26F7A179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DB60BAA-2A4B-F41C-44EB-A7D6BE8AACFF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관리자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사용자관리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FE0F227-6858-E994-C114-6B581AE4B00D}"/>
              </a:ext>
            </a:extLst>
          </p:cNvPr>
          <p:cNvSpPr/>
          <p:nvPr/>
        </p:nvSpPr>
        <p:spPr>
          <a:xfrm>
            <a:off x="581890" y="701964"/>
            <a:ext cx="11046690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91E6E7-1C37-CAC8-2F90-17128C9CD359}"/>
              </a:ext>
            </a:extLst>
          </p:cNvPr>
          <p:cNvSpPr/>
          <p:nvPr/>
        </p:nvSpPr>
        <p:spPr>
          <a:xfrm>
            <a:off x="10419771" y="121341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4F9258-75DC-56C6-BD13-040E8FF66BF4}"/>
              </a:ext>
            </a:extLst>
          </p:cNvPr>
          <p:cNvSpPr/>
          <p:nvPr/>
        </p:nvSpPr>
        <p:spPr>
          <a:xfrm>
            <a:off x="2049032" y="1304564"/>
            <a:ext cx="2122918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8F703E-6AA5-ECF1-F226-17D2F27BEBD8}"/>
              </a:ext>
            </a:extLst>
          </p:cNvPr>
          <p:cNvSpPr/>
          <p:nvPr/>
        </p:nvSpPr>
        <p:spPr>
          <a:xfrm>
            <a:off x="590259" y="1261878"/>
            <a:ext cx="1438565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아이디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이름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73F1DACC-E54F-8DE8-BCC2-190DFC280B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927681"/>
              </p:ext>
            </p:extLst>
          </p:nvPr>
        </p:nvGraphicFramePr>
        <p:xfrm>
          <a:off x="581888" y="2204966"/>
          <a:ext cx="11046692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9262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752475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1266825">
                  <a:extLst>
                    <a:ext uri="{9D8B030D-6E8A-4147-A177-3AD203B41FA5}">
                      <a16:colId xmlns:a16="http://schemas.microsoft.com/office/drawing/2014/main" val="433955903"/>
                    </a:ext>
                  </a:extLst>
                </a:gridCol>
                <a:gridCol w="7251375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  <a:gridCol w="776755">
                  <a:extLst>
                    <a:ext uri="{9D8B030D-6E8A-4147-A177-3AD203B41FA5}">
                      <a16:colId xmlns:a16="http://schemas.microsoft.com/office/drawing/2014/main" val="40081969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아이디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메모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309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2138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[</a:t>
                      </a:r>
                      <a:r>
                        <a:rPr kumimoji="0" lang="ko-KR" alt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2392383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0C26CD1E-2F71-EFF1-3E00-7CD9E6A9952C}"/>
              </a:ext>
            </a:extLst>
          </p:cNvPr>
          <p:cNvSpPr/>
          <p:nvPr/>
        </p:nvSpPr>
        <p:spPr>
          <a:xfrm>
            <a:off x="10419771" y="6156036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등록</a:t>
            </a:r>
          </a:p>
        </p:txBody>
      </p:sp>
    </p:spTree>
    <p:extLst>
      <p:ext uri="{BB962C8B-B14F-4D97-AF65-F5344CB8AC3E}">
        <p14:creationId xmlns:p14="http://schemas.microsoft.com/office/powerpoint/2010/main" val="32705029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1155150"/>
            <a:ext cx="7098146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우측 메뉴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287D81A-CD0D-091F-5D9A-D150A931C058}"/>
              </a:ext>
            </a:extLst>
          </p:cNvPr>
          <p:cNvSpPr/>
          <p:nvPr/>
        </p:nvSpPr>
        <p:spPr>
          <a:xfrm>
            <a:off x="9504219" y="1155150"/>
            <a:ext cx="2466108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554C76-7B01-05B9-95FB-3069DE05F700}"/>
              </a:ext>
            </a:extLst>
          </p:cNvPr>
          <p:cNvSpPr/>
          <p:nvPr/>
        </p:nvSpPr>
        <p:spPr>
          <a:xfrm>
            <a:off x="9813638" y="3221181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2AE601A-97BB-12C6-4D64-0A3E569B1E54}"/>
              </a:ext>
            </a:extLst>
          </p:cNvPr>
          <p:cNvSpPr/>
          <p:nvPr/>
        </p:nvSpPr>
        <p:spPr>
          <a:xfrm>
            <a:off x="9624291" y="1223819"/>
            <a:ext cx="204585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78FC79-FE54-43E8-7545-04547929F7F7}"/>
              </a:ext>
            </a:extLst>
          </p:cNvPr>
          <p:cNvSpPr/>
          <p:nvPr/>
        </p:nvSpPr>
        <p:spPr>
          <a:xfrm>
            <a:off x="9813638" y="1644072"/>
            <a:ext cx="1667162" cy="142239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55824A-BA81-77C2-3124-B754EAD68CC1}"/>
              </a:ext>
            </a:extLst>
          </p:cNvPr>
          <p:cNvSpPr/>
          <p:nvPr/>
        </p:nvSpPr>
        <p:spPr>
          <a:xfrm>
            <a:off x="9813638" y="3754884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가격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4471850-461C-8E37-E4AD-D547A2C99125}"/>
              </a:ext>
            </a:extLst>
          </p:cNvPr>
          <p:cNvSpPr/>
          <p:nvPr/>
        </p:nvSpPr>
        <p:spPr>
          <a:xfrm>
            <a:off x="9504219" y="5366322"/>
            <a:ext cx="2445327" cy="97935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D81A4-F0A9-B197-0257-AB5A9062BF0B}"/>
              </a:ext>
            </a:extLst>
          </p:cNvPr>
          <p:cNvSpPr/>
          <p:nvPr/>
        </p:nvSpPr>
        <p:spPr>
          <a:xfrm>
            <a:off x="9839037" y="5537594"/>
            <a:ext cx="1616364" cy="31765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1BEDFC2-ECEA-D226-71B6-C458813CDBDA}"/>
              </a:ext>
            </a:extLst>
          </p:cNvPr>
          <p:cNvSpPr/>
          <p:nvPr/>
        </p:nvSpPr>
        <p:spPr>
          <a:xfrm>
            <a:off x="10647219" y="5946407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874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2133600"/>
            <a:ext cx="10021456" cy="422101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헤더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D52DC6-9DD6-E690-73FF-2AAD5E20CF1F}"/>
              </a:ext>
            </a:extLst>
          </p:cNvPr>
          <p:cNvSpPr/>
          <p:nvPr/>
        </p:nvSpPr>
        <p:spPr>
          <a:xfrm>
            <a:off x="8003309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F7ECC13-7C68-10E9-ECD9-3F058263FB7D}"/>
              </a:ext>
            </a:extLst>
          </p:cNvPr>
          <p:cNvSpPr/>
          <p:nvPr/>
        </p:nvSpPr>
        <p:spPr>
          <a:xfrm>
            <a:off x="10603341" y="1204440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F2A11A-E51F-BB0E-02BB-9BD7105D9F93}"/>
              </a:ext>
            </a:extLst>
          </p:cNvPr>
          <p:cNvSpPr/>
          <p:nvPr/>
        </p:nvSpPr>
        <p:spPr>
          <a:xfrm>
            <a:off x="9305634" y="1201678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게시판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CDB460F-08DD-A2A7-1E44-EB670176588B}"/>
              </a:ext>
            </a:extLst>
          </p:cNvPr>
          <p:cNvSpPr/>
          <p:nvPr/>
        </p:nvSpPr>
        <p:spPr>
          <a:xfrm>
            <a:off x="6700984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</a:p>
        </p:txBody>
      </p:sp>
    </p:spTree>
    <p:extLst>
      <p:ext uri="{BB962C8B-B14F-4D97-AF65-F5344CB8AC3E}">
        <p14:creationId xmlns:p14="http://schemas.microsoft.com/office/powerpoint/2010/main" val="2959278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153A55A-0D5B-FFF8-040F-19F5FD09211A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통상적인 질문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ABD207-252A-1DC6-0EB6-167259FDE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426" y="939839"/>
            <a:ext cx="8253147" cy="4978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727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3E048-F98A-8326-E8F9-3C4B7E6F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C079154-7073-E166-A9B4-D2C285DEC78D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DB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조회가 필요한 질문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441731-7FE7-44D7-3DEA-42FC668E4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4123"/>
          <a:stretch>
            <a:fillRect/>
          </a:stretch>
        </p:blipFill>
        <p:spPr>
          <a:xfrm>
            <a:off x="330200" y="2076863"/>
            <a:ext cx="11159838" cy="3279179"/>
          </a:xfrm>
          <a:prstGeom prst="rect">
            <a:avLst/>
          </a:prstGeom>
        </p:spPr>
      </p:pic>
      <p:pic>
        <p:nvPicPr>
          <p:cNvPr id="5" name="그림 4" descr="이전에 답을 주던 통상적인 질문에 대답하지 못하는 상황 발생">
            <a:extLst>
              <a:ext uri="{FF2B5EF4-FFF2-40B4-BE49-F238E27FC236}">
                <a16:creationId xmlns:a16="http://schemas.microsoft.com/office/drawing/2014/main" id="{AAC9CB80-D618-5690-38F2-9FB898A6EA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2620" y="5099066"/>
            <a:ext cx="8373631" cy="13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525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66D23-6F59-1A35-5229-C62460FD0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5C10CFA-D21A-B13E-C3C8-A3387A4AAE0B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DB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수정이 필요한 요청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ex) insert,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update</a:t>
            </a:r>
          </a:p>
        </p:txBody>
      </p:sp>
    </p:spTree>
    <p:extLst>
      <p:ext uri="{BB962C8B-B14F-4D97-AF65-F5344CB8AC3E}">
        <p14:creationId xmlns:p14="http://schemas.microsoft.com/office/powerpoint/2010/main" val="17639002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1B640-478C-E21A-D406-A0522F44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614B89F-9785-07AA-BB4E-0B58EF5BF62F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API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연계가 필요한 질문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ex)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다른 사이트와</a:t>
            </a:r>
            <a:r>
              <a:rPr lang="en-US" altLang="ko-KR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solidFill>
                  <a:prstClr val="white">
                    <a:lumMod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최저가 비교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1234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7F543-1F4B-8205-1781-19C53AD1F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4F02A2D-768E-7130-C4C8-699F050E06D9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CASE) Business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영역 외 질문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=&gt; </a:t>
            </a:r>
            <a:r>
              <a:rPr lang="ko-KR" altLang="en-US" sz="2400" dirty="0" err="1">
                <a:solidFill>
                  <a:schemeClr val="bg1">
                    <a:lumMod val="50000"/>
                  </a:schemeClr>
                </a:solidFill>
              </a:rPr>
              <a:t>거부해야함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8970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91054</TotalTime>
  <Words>747</Words>
  <Application>Microsoft Office PowerPoint</Application>
  <PresentationFormat>와이드스크린</PresentationFormat>
  <Paragraphs>371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상민 김</dc:creator>
  <cp:lastModifiedBy>상민 김</cp:lastModifiedBy>
  <cp:revision>102</cp:revision>
  <dcterms:created xsi:type="dcterms:W3CDTF">2024-03-22T05:09:19Z</dcterms:created>
  <dcterms:modified xsi:type="dcterms:W3CDTF">2025-12-11T23:01:41Z</dcterms:modified>
</cp:coreProperties>
</file>