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1B_4EC23D7F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80" r:id="rId2"/>
    <p:sldId id="281" r:id="rId3"/>
    <p:sldId id="273" r:id="rId4"/>
    <p:sldId id="272" r:id="rId5"/>
    <p:sldId id="274" r:id="rId6"/>
    <p:sldId id="256" r:id="rId7"/>
    <p:sldId id="291" r:id="rId8"/>
    <p:sldId id="259" r:id="rId9"/>
    <p:sldId id="257" r:id="rId10"/>
    <p:sldId id="265" r:id="rId11"/>
    <p:sldId id="266" r:id="rId12"/>
    <p:sldId id="278" r:id="rId13"/>
    <p:sldId id="267" r:id="rId14"/>
    <p:sldId id="284" r:id="rId15"/>
    <p:sldId id="268" r:id="rId16"/>
    <p:sldId id="279" r:id="rId17"/>
    <p:sldId id="292" r:id="rId18"/>
    <p:sldId id="293" r:id="rId19"/>
    <p:sldId id="258" r:id="rId20"/>
    <p:sldId id="264" r:id="rId21"/>
    <p:sldId id="282" r:id="rId22"/>
    <p:sldId id="283" r:id="rId23"/>
    <p:sldId id="289" r:id="rId24"/>
    <p:sldId id="288" r:id="rId25"/>
    <p:sldId id="290" r:id="rId26"/>
    <p:sldId id="287" r:id="rId27"/>
    <p:sldId id="286" r:id="rId28"/>
    <p:sldId id="285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메뉴" id="{860AC0BE-9AA7-4174-9499-4040C1E543C1}">
          <p14:sldIdLst>
            <p14:sldId id="280"/>
            <p14:sldId id="281"/>
          </p14:sldIdLst>
        </p14:section>
        <p14:section name="프로세스" id="{B4014C04-7B59-4047-88A0-B3460168F9DF}">
          <p14:sldIdLst>
            <p14:sldId id="273"/>
            <p14:sldId id="272"/>
            <p14:sldId id="274"/>
          </p14:sldIdLst>
        </p14:section>
        <p14:section name="회원" id="{BA4427AC-7935-4AEF-B862-54DD0BF7AD6E}">
          <p14:sldIdLst>
            <p14:sldId id="256"/>
            <p14:sldId id="291"/>
          </p14:sldIdLst>
        </p14:section>
        <p14:section name="상품" id="{D3BEAC37-1BA6-4F47-8622-8408399FA79E}">
          <p14:sldIdLst>
            <p14:sldId id="259"/>
            <p14:sldId id="257"/>
            <p14:sldId id="265"/>
            <p14:sldId id="266"/>
            <p14:sldId id="278"/>
            <p14:sldId id="267"/>
            <p14:sldId id="284"/>
          </p14:sldIdLst>
        </p14:section>
        <p14:section name="관리자" id="{EC3DD1AB-3A37-44D1-A512-437A1E0B04B0}">
          <p14:sldIdLst>
            <p14:sldId id="268"/>
            <p14:sldId id="279"/>
            <p14:sldId id="292"/>
            <p14:sldId id="293"/>
          </p14:sldIdLst>
        </p14:section>
        <p14:section name="템플릿" id="{59909DE8-3E05-420B-8E79-9233DF65B159}">
          <p14:sldIdLst>
            <p14:sldId id="258"/>
            <p14:sldId id="264"/>
          </p14:sldIdLst>
        </p14:section>
        <p14:section name="AI" id="{39C153BC-89FD-4C05-9914-9113A2B2EEA8}">
          <p14:sldIdLst>
            <p14:sldId id="282"/>
            <p14:sldId id="283"/>
            <p14:sldId id="289"/>
            <p14:sldId id="288"/>
            <p14:sldId id="290"/>
            <p14:sldId id="287"/>
            <p14:sldId id="286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EAA382-48DE-9021-C8C3-B3CADEBCB685}" name="상민 김" initials="상김" userId="cfdb37a1b0aada02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comments/modernComment_11B_4EC23D7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3002082-B7CA-4F37-B9E6-D46F4D06F528}" authorId="{41EAA382-48DE-9021-C8C3-B3CADEBCB685}" created="2025-12-08T01:06:06.85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321352575" sldId="283"/>
      <ac:picMk id="5" creationId="{AAC9CB80-D618-5690-38F2-9FB898A6EAB4}"/>
    </ac:deMkLst>
    <p188:txBody>
      <a:bodyPr/>
      <a:lstStyle/>
      <a:p>
        <a:r>
          <a:rPr lang="ko-KR" altLang="en-US"/>
          <a:t>이전에 답을 주던 통상적인 질문에 대답하지 못하는 경우 발생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D79826-4EA7-4EFD-A173-AE772A8AC739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527F26-1FD2-4978-88C8-A5DA03A6C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32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CA5D0F-E6DC-418F-8DAF-A216F99DD4A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558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205F17-6D32-6446-05AE-4C0307AD4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BC8DFD-2193-53D7-7103-B0445A2E2B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3C4807-180A-370E-EF0D-25E295889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CCF48-291D-46DA-8E01-556C5C8E605F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F611CA-CE28-0F55-C116-E1335296D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6DA11E-FB05-354B-39D1-E5D3C4729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D179-E47E-4398-9F59-F4CDC55F0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295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49258D-88ED-9034-85B5-407CFEE8B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1C8A9D-05E7-BBF0-81F8-35281C411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BA003D-362E-F63A-1BE9-D6AF757C1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CCF48-291D-46DA-8E01-556C5C8E605F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D95998-6500-EC36-0AD3-BFBE48913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392D50-B309-7535-09C5-555B4B3E3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D179-E47E-4398-9F59-F4CDC55F0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6740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A9C58A-00D5-47CB-D4B6-E0D0E2D94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EDCBAD-2CF1-79A0-6D66-200BAAB0C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014B16-0BD8-82EA-CC1C-0CF9B80F1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CCF48-291D-46DA-8E01-556C5C8E605F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E2214F-23F6-9BD1-EBF6-8086E03FA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749944-978C-11A8-2480-3A762A163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D179-E47E-4398-9F59-F4CDC55F0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696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71057B-957C-E93C-C68A-1B6091E9E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2FF807-6FF2-D054-9C50-A820BA2ACD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65F95A-7336-3637-1824-A51319DCB8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B04AA2-40A2-8188-9D77-8CB15C802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CCF48-291D-46DA-8E01-556C5C8E605F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E6836B-A583-80D7-71F6-67D9C0D4E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146049-BA21-5AE5-3249-A2ED9599F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D179-E47E-4398-9F59-F4CDC55F0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975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175E8C-2E27-F3FB-C891-8D17B210B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0317DE-64B9-E33F-F969-3B36A0B3E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E3521F-1B19-E69C-CE1A-BFBD09546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F6D23D-4E6D-0B0B-4468-D94ED3EC93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1061AC4-A6DF-040E-7976-D16E7B95A6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F397C30-7D9A-7A15-1774-6BA8217FF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CCF48-291D-46DA-8E01-556C5C8E605F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8B9E41-AAD2-D630-4753-7E753F56F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D1187D4-5A6E-97F9-8066-A9C6CA450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D179-E47E-4398-9F59-F4CDC55F0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758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516F2D-8482-17A3-933D-A7F731516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01CDA44-79C4-2127-EA2A-CCF204E15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CCF48-291D-46DA-8E01-556C5C8E605F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512FBF9-7B66-9A05-50AC-3AF228FE8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6064D8-F8D6-FC77-F9F8-CCB5AB601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D179-E47E-4398-9F59-F4CDC55F0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914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6CCC573-3071-F2C9-F44F-BEE597F54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CCF48-291D-46DA-8E01-556C5C8E605F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666A90B-3849-0BB9-CFFC-981689578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424A7B-8073-6495-7570-3C23A48C8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D179-E47E-4398-9F59-F4CDC55F0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39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09AA20-F32F-58FC-10EC-ACECCBEE9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329A5D-599A-F2C5-D738-E50C5E9C4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58B7ED-DFB3-556B-17B7-29C968593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19F798-0D81-C08F-1773-CE1301B2D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CCF48-291D-46DA-8E01-556C5C8E605F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8D5979-EC7D-F4F0-605E-944DA7C8B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9B8A52-6BB9-63A9-AF84-F32677625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D179-E47E-4398-9F59-F4CDC55F0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888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44F163-8B65-5A23-659F-D57AA3624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2E51A62-A4CF-684D-1D2F-22C90B44F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96E9C6-8867-B221-E968-88D4BB771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ADF193-9078-7861-A4AA-37CFAA7C8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CCF48-291D-46DA-8E01-556C5C8E605F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C1D8FD-159F-2ED4-CFFB-6BB9E90CE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7557E3-9220-B799-2966-11201256D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D179-E47E-4398-9F59-F4CDC55F0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308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9C351A-FEF4-B474-7928-CDE4DF5F4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AB3AFF4-456E-BEFA-5C65-2A6B55D9B0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CF5608-C88E-5729-94DC-489B1D8E9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CCF48-291D-46DA-8E01-556C5C8E605F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967A24-6FB2-3824-D03E-008732692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D36D81-C728-788E-8E2F-B199923C7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D179-E47E-4398-9F59-F4CDC55F0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418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117316C-15F2-1CD6-FB59-DFAB765F52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86D5F13-F712-CE9F-F678-F1920DDA9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BA5BC4-B262-E3DA-87D3-0B64B8FBA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CCF48-291D-46DA-8E01-556C5C8E605F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D221DF-DDD5-C86B-D074-47CAC901B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A3B61F-753A-97E8-ABAF-E92DC4D8F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D179-E47E-4398-9F59-F4CDC55F0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089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760CE28-E2A6-736C-0D49-33F83C7F1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4CD0FF-1818-B543-0818-85FAD8D30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5B7521-4371-70A4-46B2-7BA2BE7A83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8CCF48-291D-46DA-8E01-556C5C8E605F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246A5B-817C-EE43-CFDC-BF58CA5394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5999E8-EE8A-F766-B9D7-AC51C1C31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ED179-E47E-4398-9F59-F4CDC55F0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3052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8/10/relationships/comments" Target="../comments/modernComment_11B_4EC23D7F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E28F9BD-267F-2D5B-1EE0-5F1E816F2524}"/>
              </a:ext>
            </a:extLst>
          </p:cNvPr>
          <p:cNvSpPr/>
          <p:nvPr/>
        </p:nvSpPr>
        <p:spPr>
          <a:xfrm>
            <a:off x="237836" y="143165"/>
            <a:ext cx="4262582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메뉴 구조도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690AE1F-42A9-15AD-3C3F-5CACC9B9B80D}"/>
              </a:ext>
            </a:extLst>
          </p:cNvPr>
          <p:cNvSpPr/>
          <p:nvPr/>
        </p:nvSpPr>
        <p:spPr>
          <a:xfrm>
            <a:off x="2698560" y="625275"/>
            <a:ext cx="1884219" cy="738909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메인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en-US" altLang="ko-KR" sz="1200">
                <a:solidFill>
                  <a:prstClr val="black">
                    <a:lumMod val="50000"/>
                    <a:lumOff val="50000"/>
                  </a:prstClr>
                </a:solidFill>
              </a:rPr>
              <a:t>main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395BEA3B-2356-71AF-5EE1-01976A94BAFE}"/>
              </a:ext>
            </a:extLst>
          </p:cNvPr>
          <p:cNvCxnSpPr>
            <a:cxnSpLocks/>
          </p:cNvCxnSpPr>
          <p:nvPr/>
        </p:nvCxnSpPr>
        <p:spPr>
          <a:xfrm>
            <a:off x="2110512" y="994729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1B21770-4C27-5100-7D32-3DD83FF3D486}"/>
              </a:ext>
            </a:extLst>
          </p:cNvPr>
          <p:cNvSpPr/>
          <p:nvPr/>
        </p:nvSpPr>
        <p:spPr>
          <a:xfrm>
            <a:off x="2698560" y="1563920"/>
            <a:ext cx="1884219" cy="760390"/>
          </a:xfrm>
          <a:prstGeom prst="roundRect">
            <a:avLst>
              <a:gd name="adj" fmla="val 17024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상품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market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18B0D3C-0810-0178-E054-584CACDFFA03}"/>
              </a:ext>
            </a:extLst>
          </p:cNvPr>
          <p:cNvCxnSpPr>
            <a:cxnSpLocks/>
          </p:cNvCxnSpPr>
          <p:nvPr/>
        </p:nvCxnSpPr>
        <p:spPr>
          <a:xfrm>
            <a:off x="2350654" y="1933374"/>
            <a:ext cx="360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0551124-B5FA-487F-3A58-4D02F6555D7D}"/>
              </a:ext>
            </a:extLst>
          </p:cNvPr>
          <p:cNvSpPr/>
          <p:nvPr/>
        </p:nvSpPr>
        <p:spPr>
          <a:xfrm>
            <a:off x="5170827" y="1574662"/>
            <a:ext cx="1884219" cy="73890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상품조회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market/</a:t>
            </a:r>
            <a:r>
              <a:rPr lang="en-US" altLang="ko-KR" sz="1200" dirty="0" err="1">
                <a:solidFill>
                  <a:prstClr val="black">
                    <a:lumMod val="50000"/>
                    <a:lumOff val="50000"/>
                  </a:prstClr>
                </a:solidFill>
              </a:rPr>
              <a:t>itemList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B24D329-9046-69FE-045D-2396F2A15FE5}"/>
              </a:ext>
            </a:extLst>
          </p:cNvPr>
          <p:cNvCxnSpPr>
            <a:cxnSpLocks/>
          </p:cNvCxnSpPr>
          <p:nvPr/>
        </p:nvCxnSpPr>
        <p:spPr>
          <a:xfrm>
            <a:off x="4582779" y="1944116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E69CCDA-9541-38D3-4A53-1434AFD71E27}"/>
              </a:ext>
            </a:extLst>
          </p:cNvPr>
          <p:cNvSpPr/>
          <p:nvPr/>
        </p:nvSpPr>
        <p:spPr>
          <a:xfrm>
            <a:off x="10115357" y="1574662"/>
            <a:ext cx="1884219" cy="3033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구매요청</a:t>
            </a:r>
            <a:r>
              <a:rPr lang="en-US" altLang="ko-KR" sz="1200" dirty="0">
                <a:solidFill>
                  <a:schemeClr val="tx1"/>
                </a:solidFill>
              </a:rPr>
              <a:t>(.do)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8268DAE-1233-BF6D-D93A-09DD9AC76DE9}"/>
              </a:ext>
            </a:extLst>
          </p:cNvPr>
          <p:cNvSpPr/>
          <p:nvPr/>
        </p:nvSpPr>
        <p:spPr>
          <a:xfrm>
            <a:off x="7643092" y="1585404"/>
            <a:ext cx="1884219" cy="73890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상품상세조회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market/</a:t>
            </a:r>
            <a:r>
              <a:rPr lang="en-US" altLang="ko-KR" sz="1200" dirty="0" err="1">
                <a:solidFill>
                  <a:prstClr val="black">
                    <a:lumMod val="50000"/>
                    <a:lumOff val="50000"/>
                  </a:prstClr>
                </a:solidFill>
              </a:rPr>
              <a:t>itemDetail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95855421-3530-A048-B01C-180BDF2ECAAB}"/>
              </a:ext>
            </a:extLst>
          </p:cNvPr>
          <p:cNvCxnSpPr>
            <a:cxnSpLocks/>
          </p:cNvCxnSpPr>
          <p:nvPr/>
        </p:nvCxnSpPr>
        <p:spPr>
          <a:xfrm>
            <a:off x="7055044" y="1954858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52E853E8-9943-0525-0B76-64C770071DAA}"/>
              </a:ext>
            </a:extLst>
          </p:cNvPr>
          <p:cNvCxnSpPr>
            <a:cxnSpLocks/>
          </p:cNvCxnSpPr>
          <p:nvPr/>
        </p:nvCxnSpPr>
        <p:spPr>
          <a:xfrm>
            <a:off x="9527311" y="1739202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D4CA446D-60B6-A05A-5EBB-E160F8FF04C1}"/>
              </a:ext>
            </a:extLst>
          </p:cNvPr>
          <p:cNvSpPr/>
          <p:nvPr/>
        </p:nvSpPr>
        <p:spPr>
          <a:xfrm>
            <a:off x="5170827" y="4229867"/>
            <a:ext cx="1884219" cy="98229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주문내역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market/order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A4A755BD-41C2-1F74-871E-E7088E051E84}"/>
              </a:ext>
            </a:extLst>
          </p:cNvPr>
          <p:cNvCxnSpPr>
            <a:cxnSpLocks/>
          </p:cNvCxnSpPr>
          <p:nvPr/>
        </p:nvCxnSpPr>
        <p:spPr>
          <a:xfrm>
            <a:off x="4835235" y="4608557"/>
            <a:ext cx="33559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8DC136D-738B-3643-16E2-FE1E5EE912B8}"/>
              </a:ext>
            </a:extLst>
          </p:cNvPr>
          <p:cNvSpPr/>
          <p:nvPr/>
        </p:nvSpPr>
        <p:spPr>
          <a:xfrm>
            <a:off x="7643092" y="3408402"/>
            <a:ext cx="1884219" cy="3033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구매요청</a:t>
            </a:r>
            <a:r>
              <a:rPr lang="en-US" altLang="ko-KR" sz="1200" dirty="0">
                <a:solidFill>
                  <a:schemeClr val="tx1"/>
                </a:solidFill>
              </a:rPr>
              <a:t>(.do)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829ACD2-5737-7B0F-3C58-CC219894F12C}"/>
              </a:ext>
            </a:extLst>
          </p:cNvPr>
          <p:cNvSpPr/>
          <p:nvPr/>
        </p:nvSpPr>
        <p:spPr>
          <a:xfrm>
            <a:off x="5170827" y="3419144"/>
            <a:ext cx="1884219" cy="73890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장바구니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market/basket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05C4A7AE-B3D2-444B-B0A5-A3BBB07CF531}"/>
              </a:ext>
            </a:extLst>
          </p:cNvPr>
          <p:cNvCxnSpPr>
            <a:cxnSpLocks/>
          </p:cNvCxnSpPr>
          <p:nvPr/>
        </p:nvCxnSpPr>
        <p:spPr>
          <a:xfrm>
            <a:off x="4835235" y="3788598"/>
            <a:ext cx="33559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52CD3B86-228D-47A4-E5F1-B4B8F894120A}"/>
              </a:ext>
            </a:extLst>
          </p:cNvPr>
          <p:cNvCxnSpPr>
            <a:cxnSpLocks/>
          </p:cNvCxnSpPr>
          <p:nvPr/>
        </p:nvCxnSpPr>
        <p:spPr>
          <a:xfrm>
            <a:off x="7055046" y="3572942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451085D1-B9C2-FBAF-7A6C-15A7EA37816B}"/>
              </a:ext>
            </a:extLst>
          </p:cNvPr>
          <p:cNvSpPr/>
          <p:nvPr/>
        </p:nvSpPr>
        <p:spPr>
          <a:xfrm>
            <a:off x="2698560" y="5275977"/>
            <a:ext cx="1884219" cy="73890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마이페이지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 err="1">
                <a:solidFill>
                  <a:prstClr val="black">
                    <a:lumMod val="50000"/>
                    <a:lumOff val="50000"/>
                  </a:prstClr>
                </a:solidFill>
              </a:rPr>
              <a:t>mypage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A6A002ED-3325-879A-10B8-A519ECE827F5}"/>
              </a:ext>
            </a:extLst>
          </p:cNvPr>
          <p:cNvCxnSpPr>
            <a:cxnSpLocks/>
          </p:cNvCxnSpPr>
          <p:nvPr/>
        </p:nvCxnSpPr>
        <p:spPr>
          <a:xfrm flipV="1">
            <a:off x="2350654" y="5645431"/>
            <a:ext cx="347906" cy="107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0C2F1707-FFB6-517D-780E-E4F44EEAD104}"/>
              </a:ext>
            </a:extLst>
          </p:cNvPr>
          <p:cNvSpPr/>
          <p:nvPr/>
        </p:nvSpPr>
        <p:spPr>
          <a:xfrm>
            <a:off x="5170827" y="5286719"/>
            <a:ext cx="1884219" cy="73890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내정보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 err="1">
                <a:solidFill>
                  <a:prstClr val="black">
                    <a:lumMod val="50000"/>
                    <a:lumOff val="50000"/>
                  </a:prstClr>
                </a:solidFill>
              </a:rPr>
              <a:t>mypage</a:t>
            </a:r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/info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6D912AFF-C62B-3703-7BAD-C7A204535723}"/>
              </a:ext>
            </a:extLst>
          </p:cNvPr>
          <p:cNvCxnSpPr>
            <a:cxnSpLocks/>
          </p:cNvCxnSpPr>
          <p:nvPr/>
        </p:nvCxnSpPr>
        <p:spPr>
          <a:xfrm>
            <a:off x="4582779" y="5656173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E8F21DD0-84C6-2E8B-F461-CB7664256B1A}"/>
              </a:ext>
            </a:extLst>
          </p:cNvPr>
          <p:cNvCxnSpPr>
            <a:cxnSpLocks/>
          </p:cNvCxnSpPr>
          <p:nvPr/>
        </p:nvCxnSpPr>
        <p:spPr>
          <a:xfrm>
            <a:off x="2360501" y="997356"/>
            <a:ext cx="0" cy="4658817"/>
          </a:xfrm>
          <a:prstGeom prst="straightConnector1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C4D63E3B-4866-DEC8-591A-719A5903151B}"/>
              </a:ext>
            </a:extLst>
          </p:cNvPr>
          <p:cNvCxnSpPr>
            <a:cxnSpLocks/>
          </p:cNvCxnSpPr>
          <p:nvPr/>
        </p:nvCxnSpPr>
        <p:spPr>
          <a:xfrm>
            <a:off x="4835235" y="1929162"/>
            <a:ext cx="0" cy="2679395"/>
          </a:xfrm>
          <a:prstGeom prst="straightConnector1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697D702-AAE7-4FF3-155A-E9923FB4AD80}"/>
              </a:ext>
            </a:extLst>
          </p:cNvPr>
          <p:cNvSpPr/>
          <p:nvPr/>
        </p:nvSpPr>
        <p:spPr>
          <a:xfrm>
            <a:off x="237836" y="625275"/>
            <a:ext cx="1884219" cy="738909"/>
          </a:xfrm>
          <a:prstGeom prst="roundRect">
            <a:avLst/>
          </a:prstGeom>
          <a:solidFill>
            <a:srgbClr val="DAE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login</a:t>
            </a:r>
            <a:endParaRPr lang="ko-KR" altLang="en-US" sz="120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E9994CE-6AC4-E61C-CF96-842947A347B2}"/>
              </a:ext>
            </a:extLst>
          </p:cNvPr>
          <p:cNvSpPr/>
          <p:nvPr/>
        </p:nvSpPr>
        <p:spPr>
          <a:xfrm>
            <a:off x="5141438" y="2489321"/>
            <a:ext cx="1884219" cy="73890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신규상품주문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market/</a:t>
            </a:r>
            <a:r>
              <a:rPr lang="en-US" altLang="ko-KR" sz="1200" dirty="0" err="1">
                <a:solidFill>
                  <a:prstClr val="black">
                    <a:lumMod val="50000"/>
                    <a:lumOff val="50000"/>
                  </a:prstClr>
                </a:solidFill>
              </a:rPr>
              <a:t>itemNew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47F6682-4888-D019-ED9B-58C482436BEB}"/>
              </a:ext>
            </a:extLst>
          </p:cNvPr>
          <p:cNvCxnSpPr>
            <a:cxnSpLocks/>
          </p:cNvCxnSpPr>
          <p:nvPr/>
        </p:nvCxnSpPr>
        <p:spPr>
          <a:xfrm>
            <a:off x="4820256" y="2879985"/>
            <a:ext cx="32789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945777D-DF15-97D9-61AE-D9702B5A5DF0}"/>
              </a:ext>
            </a:extLst>
          </p:cNvPr>
          <p:cNvSpPr/>
          <p:nvPr/>
        </p:nvSpPr>
        <p:spPr>
          <a:xfrm>
            <a:off x="7613704" y="2489321"/>
            <a:ext cx="1884219" cy="3033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신규상품 구매요청</a:t>
            </a:r>
            <a:r>
              <a:rPr lang="en-US" altLang="ko-KR" sz="1200" dirty="0">
                <a:solidFill>
                  <a:schemeClr val="tx1"/>
                </a:solidFill>
              </a:rPr>
              <a:t>(.do)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485FB82-7F01-347A-192C-B6E6E5165E6A}"/>
              </a:ext>
            </a:extLst>
          </p:cNvPr>
          <p:cNvCxnSpPr>
            <a:cxnSpLocks/>
          </p:cNvCxnSpPr>
          <p:nvPr/>
        </p:nvCxnSpPr>
        <p:spPr>
          <a:xfrm>
            <a:off x="7025658" y="2653861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4CA7DCB-E448-4686-961F-7B02BE0C6B1F}"/>
              </a:ext>
            </a:extLst>
          </p:cNvPr>
          <p:cNvSpPr/>
          <p:nvPr/>
        </p:nvSpPr>
        <p:spPr>
          <a:xfrm>
            <a:off x="7643092" y="4196944"/>
            <a:ext cx="1884219" cy="3033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구매요청</a:t>
            </a:r>
            <a:r>
              <a:rPr lang="en-US" altLang="ko-KR" sz="1200" dirty="0">
                <a:solidFill>
                  <a:schemeClr val="tx1"/>
                </a:solidFill>
              </a:rPr>
              <a:t>(.do)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AFF80F5B-E2A1-1BAA-41CF-3C33E58F977B}"/>
              </a:ext>
            </a:extLst>
          </p:cNvPr>
          <p:cNvCxnSpPr>
            <a:cxnSpLocks/>
          </p:cNvCxnSpPr>
          <p:nvPr/>
        </p:nvCxnSpPr>
        <p:spPr>
          <a:xfrm>
            <a:off x="7055046" y="4361484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DECD5F7-CE6E-EFD3-F0B5-AB733406260C}"/>
              </a:ext>
            </a:extLst>
          </p:cNvPr>
          <p:cNvSpPr/>
          <p:nvPr/>
        </p:nvSpPr>
        <p:spPr>
          <a:xfrm>
            <a:off x="7643092" y="4480238"/>
            <a:ext cx="1884219" cy="3033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구매요청 수정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삭제</a:t>
            </a:r>
            <a:r>
              <a:rPr lang="en-US" altLang="ko-KR" sz="1200" dirty="0">
                <a:solidFill>
                  <a:schemeClr val="tx1"/>
                </a:solidFill>
              </a:rPr>
              <a:t>(.do)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5DEC3707-65FB-FE15-B0B9-F3E7ADDB54FD}"/>
              </a:ext>
            </a:extLst>
          </p:cNvPr>
          <p:cNvCxnSpPr>
            <a:cxnSpLocks/>
          </p:cNvCxnSpPr>
          <p:nvPr/>
        </p:nvCxnSpPr>
        <p:spPr>
          <a:xfrm>
            <a:off x="7055046" y="4644778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05B8146-F5BF-17B0-8773-D3373A582B8E}"/>
              </a:ext>
            </a:extLst>
          </p:cNvPr>
          <p:cNvSpPr/>
          <p:nvPr/>
        </p:nvSpPr>
        <p:spPr>
          <a:xfrm>
            <a:off x="7643091" y="4807174"/>
            <a:ext cx="1884219" cy="4049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신규상품 구매요청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 수정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삭제</a:t>
            </a:r>
            <a:r>
              <a:rPr lang="en-US" altLang="ko-KR" sz="1200" dirty="0">
                <a:solidFill>
                  <a:schemeClr val="tx1"/>
                </a:solidFill>
              </a:rPr>
              <a:t>(.do)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404E4EB-55FD-2916-EFE9-6A9DF2BB62B1}"/>
              </a:ext>
            </a:extLst>
          </p:cNvPr>
          <p:cNvCxnSpPr>
            <a:cxnSpLocks/>
          </p:cNvCxnSpPr>
          <p:nvPr/>
        </p:nvCxnSpPr>
        <p:spPr>
          <a:xfrm>
            <a:off x="7055045" y="5026032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74266C1-8FC7-B6B6-B939-154CC888DF35}"/>
              </a:ext>
            </a:extLst>
          </p:cNvPr>
          <p:cNvSpPr/>
          <p:nvPr/>
        </p:nvSpPr>
        <p:spPr>
          <a:xfrm>
            <a:off x="10115357" y="1890879"/>
            <a:ext cx="1884219" cy="3033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상품 등록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수정</a:t>
            </a:r>
            <a:r>
              <a:rPr lang="en-US" altLang="ko-KR" sz="1200" dirty="0">
                <a:solidFill>
                  <a:schemeClr val="tx1"/>
                </a:solidFill>
              </a:rPr>
              <a:t>(.do)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5EE96AE-0D62-15A2-8FE5-1D6A2C0B448A}"/>
              </a:ext>
            </a:extLst>
          </p:cNvPr>
          <p:cNvCxnSpPr>
            <a:cxnSpLocks/>
          </p:cNvCxnSpPr>
          <p:nvPr/>
        </p:nvCxnSpPr>
        <p:spPr>
          <a:xfrm>
            <a:off x="9527311" y="2055419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481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B6805-BEBB-378C-3989-6833ADEC6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A333CE1-7C86-98CA-9A00-5A5F58400272}"/>
              </a:ext>
            </a:extLst>
          </p:cNvPr>
          <p:cNvSpPr/>
          <p:nvPr/>
        </p:nvSpPr>
        <p:spPr>
          <a:xfrm>
            <a:off x="237836" y="143165"/>
            <a:ext cx="4262582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메뉴 구조도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5F9D9E2-9FB1-1667-8DF4-42B6DA5E5BA4}"/>
              </a:ext>
            </a:extLst>
          </p:cNvPr>
          <p:cNvSpPr/>
          <p:nvPr/>
        </p:nvSpPr>
        <p:spPr>
          <a:xfrm>
            <a:off x="2698560" y="752021"/>
            <a:ext cx="1884219" cy="738909"/>
          </a:xfrm>
          <a:prstGeom prst="roundRect">
            <a:avLst/>
          </a:prstGeom>
          <a:solidFill>
            <a:srgbClr val="DAE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관리자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admin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1B0B91DF-B00C-546A-9C9E-4E290017137B}"/>
              </a:ext>
            </a:extLst>
          </p:cNvPr>
          <p:cNvCxnSpPr>
            <a:cxnSpLocks/>
          </p:cNvCxnSpPr>
          <p:nvPr/>
        </p:nvCxnSpPr>
        <p:spPr>
          <a:xfrm>
            <a:off x="2110512" y="1121475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F110DD8-2657-0DD9-9493-578D457EF465}"/>
              </a:ext>
            </a:extLst>
          </p:cNvPr>
          <p:cNvSpPr/>
          <p:nvPr/>
        </p:nvSpPr>
        <p:spPr>
          <a:xfrm>
            <a:off x="5170827" y="752021"/>
            <a:ext cx="1884219" cy="738909"/>
          </a:xfrm>
          <a:prstGeom prst="roundRect">
            <a:avLst/>
          </a:prstGeom>
          <a:solidFill>
            <a:srgbClr val="DAE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주문관리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admin/order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D8A878F-906D-D614-E3F5-913A983E3F7C}"/>
              </a:ext>
            </a:extLst>
          </p:cNvPr>
          <p:cNvCxnSpPr>
            <a:cxnSpLocks/>
          </p:cNvCxnSpPr>
          <p:nvPr/>
        </p:nvCxnSpPr>
        <p:spPr>
          <a:xfrm>
            <a:off x="4582779" y="1121475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6E2B8272-A5EF-F852-055B-26A4D1727EBB}"/>
              </a:ext>
            </a:extLst>
          </p:cNvPr>
          <p:cNvCxnSpPr>
            <a:cxnSpLocks/>
          </p:cNvCxnSpPr>
          <p:nvPr/>
        </p:nvCxnSpPr>
        <p:spPr>
          <a:xfrm>
            <a:off x="4835235" y="1106521"/>
            <a:ext cx="0" cy="2884902"/>
          </a:xfrm>
          <a:prstGeom prst="straightConnector1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94C48BD-84C7-A408-78E0-A63F5244971E}"/>
              </a:ext>
            </a:extLst>
          </p:cNvPr>
          <p:cNvSpPr/>
          <p:nvPr/>
        </p:nvSpPr>
        <p:spPr>
          <a:xfrm>
            <a:off x="237836" y="752021"/>
            <a:ext cx="1884219" cy="738909"/>
          </a:xfrm>
          <a:prstGeom prst="roundRect">
            <a:avLst/>
          </a:prstGeom>
          <a:solidFill>
            <a:srgbClr val="DAE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login</a:t>
            </a:r>
            <a:endParaRPr lang="ko-KR" altLang="en-US" sz="120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874EA6-48A6-3979-5DB8-2ED6830037A0}"/>
              </a:ext>
            </a:extLst>
          </p:cNvPr>
          <p:cNvSpPr/>
          <p:nvPr/>
        </p:nvSpPr>
        <p:spPr>
          <a:xfrm>
            <a:off x="7643092" y="803166"/>
            <a:ext cx="1884219" cy="3033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주문상태 변경</a:t>
            </a:r>
            <a:r>
              <a:rPr lang="en-US" altLang="ko-KR" sz="1200" dirty="0">
                <a:solidFill>
                  <a:schemeClr val="tx1"/>
                </a:solidFill>
              </a:rPr>
              <a:t>(.do)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DDDF11F5-BE24-C2D0-034C-7CD4B49B809D}"/>
              </a:ext>
            </a:extLst>
          </p:cNvPr>
          <p:cNvCxnSpPr>
            <a:cxnSpLocks/>
          </p:cNvCxnSpPr>
          <p:nvPr/>
        </p:nvCxnSpPr>
        <p:spPr>
          <a:xfrm>
            <a:off x="7055046" y="967706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DFFD480-5D09-058D-2573-D33997B4D556}"/>
              </a:ext>
            </a:extLst>
          </p:cNvPr>
          <p:cNvSpPr/>
          <p:nvPr/>
        </p:nvSpPr>
        <p:spPr>
          <a:xfrm>
            <a:off x="5170827" y="1712187"/>
            <a:ext cx="1884219" cy="738909"/>
          </a:xfrm>
          <a:prstGeom prst="roundRect">
            <a:avLst/>
          </a:prstGeom>
          <a:solidFill>
            <a:srgbClr val="DAE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사용자관리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admin/user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EC03642-0E05-DA98-9040-2BED2642A7B9}"/>
              </a:ext>
            </a:extLst>
          </p:cNvPr>
          <p:cNvSpPr/>
          <p:nvPr/>
        </p:nvSpPr>
        <p:spPr>
          <a:xfrm>
            <a:off x="5170827" y="2672353"/>
            <a:ext cx="1884219" cy="738909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메뉴관리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admin/menu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FA486D9-7A0C-1211-C2A5-4289E9D355A9}"/>
              </a:ext>
            </a:extLst>
          </p:cNvPr>
          <p:cNvSpPr/>
          <p:nvPr/>
        </p:nvSpPr>
        <p:spPr>
          <a:xfrm>
            <a:off x="5170827" y="3622188"/>
            <a:ext cx="1884219" cy="738909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권한관리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admin/auth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A7CD7D19-7A17-02DA-A0B2-44F20FCE0DBA}"/>
              </a:ext>
            </a:extLst>
          </p:cNvPr>
          <p:cNvCxnSpPr>
            <a:cxnSpLocks/>
          </p:cNvCxnSpPr>
          <p:nvPr/>
        </p:nvCxnSpPr>
        <p:spPr>
          <a:xfrm>
            <a:off x="4835235" y="2108302"/>
            <a:ext cx="33559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FB48C1A6-C5D9-62DB-7349-5D3BF56A1DDF}"/>
              </a:ext>
            </a:extLst>
          </p:cNvPr>
          <p:cNvCxnSpPr>
            <a:cxnSpLocks/>
          </p:cNvCxnSpPr>
          <p:nvPr/>
        </p:nvCxnSpPr>
        <p:spPr>
          <a:xfrm>
            <a:off x="4835235" y="3031756"/>
            <a:ext cx="33559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E13F5622-CC49-163B-134C-718FB88030F3}"/>
              </a:ext>
            </a:extLst>
          </p:cNvPr>
          <p:cNvCxnSpPr>
            <a:cxnSpLocks/>
          </p:cNvCxnSpPr>
          <p:nvPr/>
        </p:nvCxnSpPr>
        <p:spPr>
          <a:xfrm>
            <a:off x="4835235" y="3991423"/>
            <a:ext cx="33559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063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F48C8-B140-21AD-16B5-BB1225C7C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4299857-8F49-4FDF-232B-A233901A8E97}"/>
              </a:ext>
            </a:extLst>
          </p:cNvPr>
          <p:cNvSpPr/>
          <p:nvPr/>
        </p:nvSpPr>
        <p:spPr>
          <a:xfrm>
            <a:off x="237836" y="143165"/>
            <a:ext cx="4262582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구매 프로세스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6495E6C-913F-BBC0-0A7B-422941E7A6F6}"/>
              </a:ext>
            </a:extLst>
          </p:cNvPr>
          <p:cNvSpPr/>
          <p:nvPr/>
        </p:nvSpPr>
        <p:spPr>
          <a:xfrm>
            <a:off x="10123055" y="991759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주문내역</a:t>
            </a:r>
          </a:p>
        </p:txBody>
      </p:sp>
      <p:sp>
        <p:nvSpPr>
          <p:cNvPr id="7" name="설명선: 위쪽 화살표 6">
            <a:extLst>
              <a:ext uri="{FF2B5EF4-FFF2-40B4-BE49-F238E27FC236}">
                <a16:creationId xmlns:a16="http://schemas.microsoft.com/office/drawing/2014/main" id="{8E8AF86D-0FA2-5CB7-5B32-640C491D62F6}"/>
              </a:ext>
            </a:extLst>
          </p:cNvPr>
          <p:cNvSpPr/>
          <p:nvPr/>
        </p:nvSpPr>
        <p:spPr>
          <a:xfrm>
            <a:off x="8340439" y="1560949"/>
            <a:ext cx="3020291" cy="1108363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4997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물품구입 </a:t>
            </a:r>
            <a:r>
              <a:rPr lang="en-US" altLang="ko-KR" dirty="0">
                <a:solidFill>
                  <a:schemeClr val="tx1"/>
                </a:solidFill>
              </a:rPr>
              <a:t>-&gt; </a:t>
            </a:r>
            <a:r>
              <a:rPr lang="ko-KR" altLang="en-US" dirty="0">
                <a:solidFill>
                  <a:schemeClr val="tx1"/>
                </a:solidFill>
              </a:rPr>
              <a:t>배송 </a:t>
            </a:r>
            <a:r>
              <a:rPr lang="en-US" altLang="ko-KR" dirty="0">
                <a:solidFill>
                  <a:schemeClr val="tx1"/>
                </a:solidFill>
              </a:rPr>
              <a:t>-&gt; </a:t>
            </a:r>
            <a:r>
              <a:rPr lang="ko-KR" altLang="en-US" dirty="0">
                <a:solidFill>
                  <a:schemeClr val="tx1"/>
                </a:solidFill>
              </a:rPr>
              <a:t>입금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D9EDB02-E5DA-D556-012A-F8ED3D3F8238}"/>
              </a:ext>
            </a:extLst>
          </p:cNvPr>
          <p:cNvSpPr/>
          <p:nvPr/>
        </p:nvSpPr>
        <p:spPr>
          <a:xfrm>
            <a:off x="226293" y="991759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상품 목록 조회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market/item/list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3D05DC5-7C4E-52AA-45F7-E0BF05F66821}"/>
              </a:ext>
            </a:extLst>
          </p:cNvPr>
          <p:cNvSpPr/>
          <p:nvPr/>
        </p:nvSpPr>
        <p:spPr>
          <a:xfrm>
            <a:off x="2698560" y="991759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상품 상세 조회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market/item/detail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043FE53-41AC-E7FD-8D2D-638440F8B534}"/>
              </a:ext>
            </a:extLst>
          </p:cNvPr>
          <p:cNvSpPr/>
          <p:nvPr/>
        </p:nvSpPr>
        <p:spPr>
          <a:xfrm>
            <a:off x="5170827" y="991759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장바구니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market/basket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7334A30-C154-3404-A7EC-4F5AF0DB0BED}"/>
              </a:ext>
            </a:extLst>
          </p:cNvPr>
          <p:cNvSpPr/>
          <p:nvPr/>
        </p:nvSpPr>
        <p:spPr>
          <a:xfrm>
            <a:off x="7643093" y="991759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구매요청</a:t>
            </a:r>
            <a:r>
              <a:rPr lang="en-US" altLang="ko-KR" dirty="0">
                <a:solidFill>
                  <a:schemeClr val="tx1"/>
                </a:solidFill>
              </a:rPr>
              <a:t>(.do)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846CEAF-1AFB-4F6E-D52E-56320F2E6686}"/>
              </a:ext>
            </a:extLst>
          </p:cNvPr>
          <p:cNvSpPr/>
          <p:nvPr/>
        </p:nvSpPr>
        <p:spPr>
          <a:xfrm>
            <a:off x="5170827" y="1930404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장바구니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market/basket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D7AF16D0-77DC-1E68-8938-624CE76E5EF1}"/>
              </a:ext>
            </a:extLst>
          </p:cNvPr>
          <p:cNvCxnSpPr>
            <a:cxnSpLocks/>
          </p:cNvCxnSpPr>
          <p:nvPr/>
        </p:nvCxnSpPr>
        <p:spPr>
          <a:xfrm>
            <a:off x="4582778" y="1361213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1CD5FC57-9D90-D20E-665C-65F49C33CC2D}"/>
              </a:ext>
            </a:extLst>
          </p:cNvPr>
          <p:cNvCxnSpPr>
            <a:cxnSpLocks/>
          </p:cNvCxnSpPr>
          <p:nvPr/>
        </p:nvCxnSpPr>
        <p:spPr>
          <a:xfrm>
            <a:off x="7055045" y="1361213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FD1CE6B-B65A-E087-6CED-CC3C64963EDE}"/>
              </a:ext>
            </a:extLst>
          </p:cNvPr>
          <p:cNvCxnSpPr>
            <a:cxnSpLocks/>
          </p:cNvCxnSpPr>
          <p:nvPr/>
        </p:nvCxnSpPr>
        <p:spPr>
          <a:xfrm>
            <a:off x="2110512" y="1361213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9F998BCF-7236-A5D2-148B-E65951879FD4}"/>
              </a:ext>
            </a:extLst>
          </p:cNvPr>
          <p:cNvCxnSpPr>
            <a:cxnSpLocks/>
            <a:stCxn id="10" idx="3"/>
            <a:endCxn id="16" idx="1"/>
          </p:cNvCxnSpPr>
          <p:nvPr/>
        </p:nvCxnSpPr>
        <p:spPr>
          <a:xfrm>
            <a:off x="2110512" y="1361214"/>
            <a:ext cx="3060315" cy="938645"/>
          </a:xfrm>
          <a:prstGeom prst="bentConnector3">
            <a:avLst>
              <a:gd name="adj1" fmla="val 955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AEB3B4DC-E256-00B2-8745-30ACAB15A00A}"/>
              </a:ext>
            </a:extLst>
          </p:cNvPr>
          <p:cNvCxnSpPr>
            <a:cxnSpLocks/>
            <a:stCxn id="16" idx="3"/>
            <a:endCxn id="13" idx="1"/>
          </p:cNvCxnSpPr>
          <p:nvPr/>
        </p:nvCxnSpPr>
        <p:spPr>
          <a:xfrm flipV="1">
            <a:off x="7055046" y="1361214"/>
            <a:ext cx="588047" cy="938645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547F353B-8AE8-EC94-C5B7-36B8EE848250}"/>
              </a:ext>
            </a:extLst>
          </p:cNvPr>
          <p:cNvCxnSpPr>
            <a:cxnSpLocks/>
          </p:cNvCxnSpPr>
          <p:nvPr/>
        </p:nvCxnSpPr>
        <p:spPr>
          <a:xfrm>
            <a:off x="9527312" y="1361213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E98A9AC0-275F-7836-2654-F171ACD02FEE}"/>
              </a:ext>
            </a:extLst>
          </p:cNvPr>
          <p:cNvCxnSpPr>
            <a:cxnSpLocks/>
          </p:cNvCxnSpPr>
          <p:nvPr/>
        </p:nvCxnSpPr>
        <p:spPr>
          <a:xfrm>
            <a:off x="2118207" y="1361213"/>
            <a:ext cx="3052620" cy="1957821"/>
          </a:xfrm>
          <a:prstGeom prst="bentConnector3">
            <a:avLst>
              <a:gd name="adj1" fmla="val 9436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94CF5065-A58A-B750-6F97-EF35F57FDD66}"/>
              </a:ext>
            </a:extLst>
          </p:cNvPr>
          <p:cNvCxnSpPr>
            <a:cxnSpLocks/>
          </p:cNvCxnSpPr>
          <p:nvPr/>
        </p:nvCxnSpPr>
        <p:spPr>
          <a:xfrm flipV="1">
            <a:off x="7016946" y="1358903"/>
            <a:ext cx="648000" cy="190800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D53D550-6868-5FED-3A6B-328F1E1B5D78}"/>
              </a:ext>
            </a:extLst>
          </p:cNvPr>
          <p:cNvSpPr/>
          <p:nvPr/>
        </p:nvSpPr>
        <p:spPr>
          <a:xfrm>
            <a:off x="5170827" y="2949579"/>
            <a:ext cx="1884219" cy="7389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신규상품주문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market/item/new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82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FDCB7-4F40-2BAC-6EBE-2EF1765DF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B05D502-E366-1B6D-CBC3-DE0C84D74EA3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3640670" y="1730668"/>
            <a:ext cx="0" cy="308128"/>
          </a:xfrm>
          <a:prstGeom prst="line">
            <a:avLst/>
          </a:prstGeom>
          <a:ln w="381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E4BE90C-5BF9-B25D-E087-7E86EBF35FF3}"/>
              </a:ext>
            </a:extLst>
          </p:cNvPr>
          <p:cNvSpPr/>
          <p:nvPr/>
        </p:nvSpPr>
        <p:spPr>
          <a:xfrm>
            <a:off x="362309" y="2038796"/>
            <a:ext cx="9488392" cy="738909"/>
          </a:xfrm>
          <a:prstGeom prst="roundRect">
            <a:avLst>
              <a:gd name="adj" fmla="val 572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13BF655-283B-1B02-BA16-B10B29C3FF9A}"/>
              </a:ext>
            </a:extLst>
          </p:cNvPr>
          <p:cNvSpPr/>
          <p:nvPr/>
        </p:nvSpPr>
        <p:spPr>
          <a:xfrm>
            <a:off x="237836" y="143165"/>
            <a:ext cx="4262582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로그인 프로세스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A973D37-30FB-B5E2-AD06-72AC38E29B32}"/>
              </a:ext>
            </a:extLst>
          </p:cNvPr>
          <p:cNvSpPr/>
          <p:nvPr/>
        </p:nvSpPr>
        <p:spPr>
          <a:xfrm>
            <a:off x="226293" y="991759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 요청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login.vue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755D729-1D1C-F909-914A-D63ED7A0EA3B}"/>
              </a:ext>
            </a:extLst>
          </p:cNvPr>
          <p:cNvSpPr/>
          <p:nvPr/>
        </p:nvSpPr>
        <p:spPr>
          <a:xfrm>
            <a:off x="2698560" y="991759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 처리</a:t>
            </a:r>
            <a:endParaRPr lang="en-US" altLang="ko-KR" dirty="0">
              <a:solidFill>
                <a:schemeClr val="tx1"/>
              </a:solidFill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UserService.java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BCC5A29-F0F5-CEDB-E45A-A14A4019CD78}"/>
              </a:ext>
            </a:extLst>
          </p:cNvPr>
          <p:cNvSpPr/>
          <p:nvPr/>
        </p:nvSpPr>
        <p:spPr>
          <a:xfrm>
            <a:off x="5170827" y="991759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사용자 정보 저장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user.js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C2129779-0AD4-C960-91DE-05E1E356E05E}"/>
              </a:ext>
            </a:extLst>
          </p:cNvPr>
          <p:cNvCxnSpPr>
            <a:cxnSpLocks/>
          </p:cNvCxnSpPr>
          <p:nvPr/>
        </p:nvCxnSpPr>
        <p:spPr>
          <a:xfrm>
            <a:off x="4582778" y="1361213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65A787A-8B19-5CA1-40D5-81DB914C7BEE}"/>
              </a:ext>
            </a:extLst>
          </p:cNvPr>
          <p:cNvCxnSpPr>
            <a:cxnSpLocks/>
          </p:cNvCxnSpPr>
          <p:nvPr/>
        </p:nvCxnSpPr>
        <p:spPr>
          <a:xfrm>
            <a:off x="2110512" y="1361213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25760CF9-6EBB-C907-CB10-6767C6732DC9}"/>
              </a:ext>
            </a:extLst>
          </p:cNvPr>
          <p:cNvSpPr/>
          <p:nvPr/>
        </p:nvSpPr>
        <p:spPr>
          <a:xfrm>
            <a:off x="444639" y="2107253"/>
            <a:ext cx="1725195" cy="5980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사용자 정보 검증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E92E54E-149F-CCBF-A2F0-96BAC64B99E9}"/>
              </a:ext>
            </a:extLst>
          </p:cNvPr>
          <p:cNvSpPr/>
          <p:nvPr/>
        </p:nvSpPr>
        <p:spPr>
          <a:xfrm>
            <a:off x="2341299" y="2107253"/>
            <a:ext cx="1725195" cy="5980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AccessToken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en-US" altLang="ko-KR" sz="1200" dirty="0" err="1">
                <a:solidFill>
                  <a:schemeClr val="tx1"/>
                </a:solidFill>
              </a:rPr>
              <a:t>RefreshToken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생성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7CE9051-6E2A-EDED-07D6-9844CF4B4A1F}"/>
              </a:ext>
            </a:extLst>
          </p:cNvPr>
          <p:cNvSpPr/>
          <p:nvPr/>
        </p:nvSpPr>
        <p:spPr>
          <a:xfrm>
            <a:off x="4237959" y="2107253"/>
            <a:ext cx="1725195" cy="5980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HttpOnly</a:t>
            </a:r>
            <a:r>
              <a:rPr lang="en-US" altLang="ko-KR" sz="1200" dirty="0">
                <a:solidFill>
                  <a:schemeClr val="tx1"/>
                </a:solidFill>
              </a:rPr>
              <a:t> Cookie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생성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B73A3B0-E831-555B-E03C-90570BAC8AC7}"/>
              </a:ext>
            </a:extLst>
          </p:cNvPr>
          <p:cNvSpPr/>
          <p:nvPr/>
        </p:nvSpPr>
        <p:spPr>
          <a:xfrm>
            <a:off x="6134619" y="2107252"/>
            <a:ext cx="1725195" cy="5980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RefreshToken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DB </a:t>
            </a:r>
            <a:r>
              <a:rPr lang="ko-KR" altLang="en-US" sz="1200" dirty="0">
                <a:solidFill>
                  <a:schemeClr val="tx1"/>
                </a:solidFill>
              </a:rPr>
              <a:t>저장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F9C8A23-F9EA-0BB9-07C4-FF229AB53859}"/>
              </a:ext>
            </a:extLst>
          </p:cNvPr>
          <p:cNvSpPr/>
          <p:nvPr/>
        </p:nvSpPr>
        <p:spPr>
          <a:xfrm>
            <a:off x="8031279" y="2107251"/>
            <a:ext cx="1725195" cy="5980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사용자 정보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</a:p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HttpOnly</a:t>
            </a:r>
            <a:r>
              <a:rPr lang="en-US" altLang="ko-KR" sz="1200" dirty="0">
                <a:solidFill>
                  <a:schemeClr val="tx1"/>
                </a:solidFill>
              </a:rPr>
              <a:t> Cookie </a:t>
            </a:r>
            <a:r>
              <a:rPr lang="ko-KR" altLang="en-US" sz="1200" dirty="0">
                <a:solidFill>
                  <a:schemeClr val="tx1"/>
                </a:solidFill>
              </a:rPr>
              <a:t>반환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C009C249-7454-0554-977F-F64AC444CF23}"/>
              </a:ext>
            </a:extLst>
          </p:cNvPr>
          <p:cNvSpPr/>
          <p:nvPr/>
        </p:nvSpPr>
        <p:spPr>
          <a:xfrm>
            <a:off x="5031993" y="7898354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토큰 유효성 검증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JwtAuthFilter.java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9734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9D1C7-B857-966D-430B-5CE5379E1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5356E6CA-1D50-8513-AF48-0B4533D37DF5}"/>
              </a:ext>
            </a:extLst>
          </p:cNvPr>
          <p:cNvSpPr/>
          <p:nvPr/>
        </p:nvSpPr>
        <p:spPr>
          <a:xfrm>
            <a:off x="237836" y="3628237"/>
            <a:ext cx="4262582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화면 이동 검증 프로세스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15E4C30-E661-E5BC-9082-E0B4756031E0}"/>
              </a:ext>
            </a:extLst>
          </p:cNvPr>
          <p:cNvSpPr/>
          <p:nvPr/>
        </p:nvSpPr>
        <p:spPr>
          <a:xfrm>
            <a:off x="226293" y="4476831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요청 발생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auth.ts</a:t>
            </a:r>
            <a:endParaRPr lang="en-US" altLang="ko-K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altLang="ko-KR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api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/auth/check</a:t>
            </a: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2BE974B-DDBD-F296-1785-5D629FCDCE64}"/>
              </a:ext>
            </a:extLst>
          </p:cNvPr>
          <p:cNvSpPr/>
          <p:nvPr/>
        </p:nvSpPr>
        <p:spPr>
          <a:xfrm>
            <a:off x="2698560" y="4476831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토큰 유효성 검증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JwtAuthFilter.java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DEEE6990-87B7-8300-BA14-91088EA1DBED}"/>
              </a:ext>
            </a:extLst>
          </p:cNvPr>
          <p:cNvCxnSpPr>
            <a:cxnSpLocks/>
          </p:cNvCxnSpPr>
          <p:nvPr/>
        </p:nvCxnSpPr>
        <p:spPr>
          <a:xfrm>
            <a:off x="4582778" y="4846285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803E316-6235-AC16-88B6-F8FD7DE88C87}"/>
              </a:ext>
            </a:extLst>
          </p:cNvPr>
          <p:cNvCxnSpPr>
            <a:cxnSpLocks/>
          </p:cNvCxnSpPr>
          <p:nvPr/>
        </p:nvCxnSpPr>
        <p:spPr>
          <a:xfrm>
            <a:off x="2110512" y="4846285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9C70CDEB-C053-7965-F8C6-92FE858717F1}"/>
              </a:ext>
            </a:extLst>
          </p:cNvPr>
          <p:cNvCxnSpPr>
            <a:cxnSpLocks/>
          </p:cNvCxnSpPr>
          <p:nvPr/>
        </p:nvCxnSpPr>
        <p:spPr>
          <a:xfrm>
            <a:off x="3640670" y="5215740"/>
            <a:ext cx="0" cy="3130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FA80A71-9C9C-8578-0998-7FE82CFD79BC}"/>
              </a:ext>
            </a:extLst>
          </p:cNvPr>
          <p:cNvSpPr/>
          <p:nvPr/>
        </p:nvSpPr>
        <p:spPr>
          <a:xfrm>
            <a:off x="2698556" y="5528776"/>
            <a:ext cx="1884219" cy="5980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Access </a:t>
            </a:r>
            <a:r>
              <a:rPr lang="ko-KR" altLang="en-US" sz="1200" dirty="0">
                <a:solidFill>
                  <a:schemeClr val="tx1"/>
                </a:solidFill>
              </a:rPr>
              <a:t>토큰 만료된 경우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Error Code(401) </a:t>
            </a:r>
            <a:r>
              <a:rPr lang="ko-KR" altLang="en-US" sz="1200" dirty="0">
                <a:solidFill>
                  <a:schemeClr val="tx1"/>
                </a:solidFill>
              </a:rPr>
              <a:t>반환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60C444C-42F0-B919-3F19-2CC61C3A4ACC}"/>
              </a:ext>
            </a:extLst>
          </p:cNvPr>
          <p:cNvSpPr/>
          <p:nvPr/>
        </p:nvSpPr>
        <p:spPr>
          <a:xfrm>
            <a:off x="5031993" y="7898354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토큰 유효성 검증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JwtAuthFilter.java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B9F4F6C-32D2-1A69-3FB7-D96215AFC2EC}"/>
              </a:ext>
            </a:extLst>
          </p:cNvPr>
          <p:cNvSpPr/>
          <p:nvPr/>
        </p:nvSpPr>
        <p:spPr>
          <a:xfrm>
            <a:off x="5170827" y="5448683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토큰 재발급 요청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axios.js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5A121E85-9C0D-869F-2492-3884E6ADF92B}"/>
              </a:ext>
            </a:extLst>
          </p:cNvPr>
          <p:cNvCxnSpPr>
            <a:cxnSpLocks/>
          </p:cNvCxnSpPr>
          <p:nvPr/>
        </p:nvCxnSpPr>
        <p:spPr>
          <a:xfrm>
            <a:off x="4582778" y="5818137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BEA49F9-B5E4-5F18-7176-38C6146D5401}"/>
              </a:ext>
            </a:extLst>
          </p:cNvPr>
          <p:cNvSpPr/>
          <p:nvPr/>
        </p:nvSpPr>
        <p:spPr>
          <a:xfrm>
            <a:off x="7643098" y="5448683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토큰 검증 및 재발급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AuthController.java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E4F99A20-D80C-9FAD-B6A5-1E3B54FB4000}"/>
              </a:ext>
            </a:extLst>
          </p:cNvPr>
          <p:cNvCxnSpPr>
            <a:cxnSpLocks/>
          </p:cNvCxnSpPr>
          <p:nvPr/>
        </p:nvCxnSpPr>
        <p:spPr>
          <a:xfrm>
            <a:off x="7055049" y="5818137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28290A5-6F61-683A-7B41-EBC62135CB9C}"/>
              </a:ext>
            </a:extLst>
          </p:cNvPr>
          <p:cNvSpPr/>
          <p:nvPr/>
        </p:nvSpPr>
        <p:spPr>
          <a:xfrm>
            <a:off x="7647330" y="4476831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권한 검증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AuthControlle.java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D813B19C-5F22-D941-9073-F0C2C825A2AA}"/>
              </a:ext>
            </a:extLst>
          </p:cNvPr>
          <p:cNvCxnSpPr>
            <a:cxnSpLocks/>
          </p:cNvCxnSpPr>
          <p:nvPr/>
        </p:nvCxnSpPr>
        <p:spPr>
          <a:xfrm>
            <a:off x="7059281" y="4846285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BD90222-76E6-DF32-8557-6EB77A005449}"/>
              </a:ext>
            </a:extLst>
          </p:cNvPr>
          <p:cNvSpPr/>
          <p:nvPr/>
        </p:nvSpPr>
        <p:spPr>
          <a:xfrm>
            <a:off x="5170827" y="4547255"/>
            <a:ext cx="1884219" cy="5980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토큰이 유효한 경우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27404739-8307-F880-CDAC-5FD70CE9C518}"/>
              </a:ext>
            </a:extLst>
          </p:cNvPr>
          <p:cNvSpPr/>
          <p:nvPr/>
        </p:nvSpPr>
        <p:spPr>
          <a:xfrm>
            <a:off x="10115369" y="5448683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원본 요청 재실행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axios.js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3F4A12CA-2AB0-1A97-6CA4-82BDEEB81C49}"/>
              </a:ext>
            </a:extLst>
          </p:cNvPr>
          <p:cNvCxnSpPr>
            <a:cxnSpLocks/>
          </p:cNvCxnSpPr>
          <p:nvPr/>
        </p:nvCxnSpPr>
        <p:spPr>
          <a:xfrm>
            <a:off x="9527320" y="5818137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0C5FD967-B41A-EAC5-1BCE-1E99E94E8C7F}"/>
              </a:ext>
            </a:extLst>
          </p:cNvPr>
          <p:cNvSpPr/>
          <p:nvPr/>
        </p:nvSpPr>
        <p:spPr>
          <a:xfrm>
            <a:off x="237836" y="310912"/>
            <a:ext cx="4262582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요청 검증 프로세스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5EB710C-2A10-AD99-2D84-0F28A1FA840D}"/>
              </a:ext>
            </a:extLst>
          </p:cNvPr>
          <p:cNvSpPr/>
          <p:nvPr/>
        </p:nvSpPr>
        <p:spPr>
          <a:xfrm>
            <a:off x="226293" y="1159506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요청 발생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*.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vue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D6AF2EC-E062-2C34-0965-EC08305F0E01}"/>
              </a:ext>
            </a:extLst>
          </p:cNvPr>
          <p:cNvSpPr/>
          <p:nvPr/>
        </p:nvSpPr>
        <p:spPr>
          <a:xfrm>
            <a:off x="2698560" y="1159506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토큰 유효성 검증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JwtAuthFilter.java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B2962D2-2C41-BCDE-B191-4DBEAE6ECCC2}"/>
              </a:ext>
            </a:extLst>
          </p:cNvPr>
          <p:cNvCxnSpPr>
            <a:cxnSpLocks/>
          </p:cNvCxnSpPr>
          <p:nvPr/>
        </p:nvCxnSpPr>
        <p:spPr>
          <a:xfrm>
            <a:off x="4582778" y="1528960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392A219-F47B-E85C-7732-3414838C4654}"/>
              </a:ext>
            </a:extLst>
          </p:cNvPr>
          <p:cNvCxnSpPr>
            <a:cxnSpLocks/>
          </p:cNvCxnSpPr>
          <p:nvPr/>
        </p:nvCxnSpPr>
        <p:spPr>
          <a:xfrm>
            <a:off x="2110512" y="1528960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D443B96-AE16-275D-71DC-E7BBDE9BC3CA}"/>
              </a:ext>
            </a:extLst>
          </p:cNvPr>
          <p:cNvCxnSpPr>
            <a:cxnSpLocks/>
          </p:cNvCxnSpPr>
          <p:nvPr/>
        </p:nvCxnSpPr>
        <p:spPr>
          <a:xfrm>
            <a:off x="3640670" y="1898415"/>
            <a:ext cx="0" cy="3130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A0E7218-B39B-99A7-AD32-64F2B722AC9B}"/>
              </a:ext>
            </a:extLst>
          </p:cNvPr>
          <p:cNvSpPr/>
          <p:nvPr/>
        </p:nvSpPr>
        <p:spPr>
          <a:xfrm>
            <a:off x="2698556" y="2211451"/>
            <a:ext cx="1884219" cy="5980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Access </a:t>
            </a:r>
            <a:r>
              <a:rPr lang="ko-KR" altLang="en-US" sz="1200" dirty="0">
                <a:solidFill>
                  <a:schemeClr val="tx1"/>
                </a:solidFill>
              </a:rPr>
              <a:t>토큰 만료된 경우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Error Code(401) </a:t>
            </a:r>
            <a:r>
              <a:rPr lang="ko-KR" altLang="en-US" sz="1200" dirty="0">
                <a:solidFill>
                  <a:schemeClr val="tx1"/>
                </a:solidFill>
              </a:rPr>
              <a:t>반환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2B4CB83-AD5E-1909-478F-0AE6B121AE0D}"/>
              </a:ext>
            </a:extLst>
          </p:cNvPr>
          <p:cNvSpPr/>
          <p:nvPr/>
        </p:nvSpPr>
        <p:spPr>
          <a:xfrm>
            <a:off x="5170827" y="2131358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토큰 재발급 요청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axios.js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997A3FC-CBD9-4D08-0985-5A0DAE2D43EA}"/>
              </a:ext>
            </a:extLst>
          </p:cNvPr>
          <p:cNvCxnSpPr>
            <a:cxnSpLocks/>
          </p:cNvCxnSpPr>
          <p:nvPr/>
        </p:nvCxnSpPr>
        <p:spPr>
          <a:xfrm>
            <a:off x="4582778" y="2500812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AD900EB-8D64-1218-F0B3-0FDB4D2D1367}"/>
              </a:ext>
            </a:extLst>
          </p:cNvPr>
          <p:cNvSpPr/>
          <p:nvPr/>
        </p:nvSpPr>
        <p:spPr>
          <a:xfrm>
            <a:off x="7643098" y="2131358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토큰 검증 및 재발급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AuthController.java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29A2E83C-73F4-B7DB-DF10-C43F76A187EB}"/>
              </a:ext>
            </a:extLst>
          </p:cNvPr>
          <p:cNvCxnSpPr>
            <a:cxnSpLocks/>
          </p:cNvCxnSpPr>
          <p:nvPr/>
        </p:nvCxnSpPr>
        <p:spPr>
          <a:xfrm>
            <a:off x="7055049" y="2500812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CE19BB1-6CBE-5D03-BB1C-21E2AA7C29D7}"/>
              </a:ext>
            </a:extLst>
          </p:cNvPr>
          <p:cNvSpPr/>
          <p:nvPr/>
        </p:nvSpPr>
        <p:spPr>
          <a:xfrm>
            <a:off x="7647330" y="1159506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요청 결과 반환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CC9D3CC-604A-3E90-C034-1BAF25A20EDB}"/>
              </a:ext>
            </a:extLst>
          </p:cNvPr>
          <p:cNvCxnSpPr>
            <a:cxnSpLocks/>
          </p:cNvCxnSpPr>
          <p:nvPr/>
        </p:nvCxnSpPr>
        <p:spPr>
          <a:xfrm>
            <a:off x="7059281" y="1528960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128F4E3-8041-D6D1-B510-ABCF479CFC30}"/>
              </a:ext>
            </a:extLst>
          </p:cNvPr>
          <p:cNvSpPr/>
          <p:nvPr/>
        </p:nvSpPr>
        <p:spPr>
          <a:xfrm>
            <a:off x="5170827" y="1229930"/>
            <a:ext cx="1884219" cy="5980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토큰이 유효한 경우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891A3A07-05F3-89C2-24D4-B3226BA060B2}"/>
              </a:ext>
            </a:extLst>
          </p:cNvPr>
          <p:cNvSpPr/>
          <p:nvPr/>
        </p:nvSpPr>
        <p:spPr>
          <a:xfrm>
            <a:off x="10115369" y="2131358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원본 요청 재실행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axios.js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932C5C83-2E2D-8384-2C93-BE1DC80769F3}"/>
              </a:ext>
            </a:extLst>
          </p:cNvPr>
          <p:cNvCxnSpPr>
            <a:cxnSpLocks/>
          </p:cNvCxnSpPr>
          <p:nvPr/>
        </p:nvCxnSpPr>
        <p:spPr>
          <a:xfrm>
            <a:off x="9527320" y="2500812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766293C9-C0EF-C660-239C-FAB21E4F992E}"/>
              </a:ext>
            </a:extLst>
          </p:cNvPr>
          <p:cNvSpPr/>
          <p:nvPr/>
        </p:nvSpPr>
        <p:spPr>
          <a:xfrm>
            <a:off x="10123833" y="4476831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권한 값 반환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F243CB31-E6BF-18BC-8413-8909DD228D0A}"/>
              </a:ext>
            </a:extLst>
          </p:cNvPr>
          <p:cNvCxnSpPr>
            <a:cxnSpLocks/>
          </p:cNvCxnSpPr>
          <p:nvPr/>
        </p:nvCxnSpPr>
        <p:spPr>
          <a:xfrm>
            <a:off x="9535784" y="4846285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065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6788209-0A91-F4F2-F6DA-63F41C4BF5B3}"/>
              </a:ext>
            </a:extLst>
          </p:cNvPr>
          <p:cNvSpPr/>
          <p:nvPr/>
        </p:nvSpPr>
        <p:spPr>
          <a:xfrm>
            <a:off x="581891" y="834678"/>
            <a:ext cx="11000508" cy="44577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2C7DFEA-8610-F7BE-5802-7CB3D65602B0}"/>
              </a:ext>
            </a:extLst>
          </p:cNvPr>
          <p:cNvSpPr/>
          <p:nvPr/>
        </p:nvSpPr>
        <p:spPr>
          <a:xfrm>
            <a:off x="7254008" y="2662380"/>
            <a:ext cx="1138384" cy="909782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CF6430A-9919-99ED-E786-01AD5A295728}"/>
              </a:ext>
            </a:extLst>
          </p:cNvPr>
          <p:cNvSpPr/>
          <p:nvPr/>
        </p:nvSpPr>
        <p:spPr>
          <a:xfrm>
            <a:off x="237836" y="143165"/>
            <a:ext cx="4262582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로그인 화면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806E872-0DEE-FF6F-7E1C-C8045C522289}"/>
              </a:ext>
            </a:extLst>
          </p:cNvPr>
          <p:cNvSpPr/>
          <p:nvPr/>
        </p:nvSpPr>
        <p:spPr>
          <a:xfrm>
            <a:off x="4390734" y="2662380"/>
            <a:ext cx="2773219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1E8B632-B5E3-8528-E500-62414D12EA84}"/>
              </a:ext>
            </a:extLst>
          </p:cNvPr>
          <p:cNvSpPr/>
          <p:nvPr/>
        </p:nvSpPr>
        <p:spPr>
          <a:xfrm>
            <a:off x="3162297" y="2662380"/>
            <a:ext cx="1138383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아이디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C7E1B4C-C802-A4DA-966B-36EA566D2BE1}"/>
              </a:ext>
            </a:extLst>
          </p:cNvPr>
          <p:cNvSpPr/>
          <p:nvPr/>
        </p:nvSpPr>
        <p:spPr>
          <a:xfrm>
            <a:off x="4390734" y="3158952"/>
            <a:ext cx="2773219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05114FF-C1D9-4F8A-75E5-AA34AA91382A}"/>
              </a:ext>
            </a:extLst>
          </p:cNvPr>
          <p:cNvSpPr/>
          <p:nvPr/>
        </p:nvSpPr>
        <p:spPr>
          <a:xfrm>
            <a:off x="3162297" y="3158952"/>
            <a:ext cx="1138383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비밀번호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4858E7B-7E84-5EF0-8339-E199EDEB8BCE}"/>
              </a:ext>
            </a:extLst>
          </p:cNvPr>
          <p:cNvSpPr/>
          <p:nvPr/>
        </p:nvSpPr>
        <p:spPr>
          <a:xfrm>
            <a:off x="7036951" y="3672674"/>
            <a:ext cx="1048329" cy="304566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아이디 저장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B19ED45-E7DA-4527-2F68-543CF0922054}"/>
              </a:ext>
            </a:extLst>
          </p:cNvPr>
          <p:cNvSpPr/>
          <p:nvPr/>
        </p:nvSpPr>
        <p:spPr>
          <a:xfrm>
            <a:off x="8086438" y="3672674"/>
            <a:ext cx="305954" cy="304566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113CB1D-048F-974D-7EEF-F05B170FBED4}"/>
              </a:ext>
            </a:extLst>
          </p:cNvPr>
          <p:cNvSpPr/>
          <p:nvPr/>
        </p:nvSpPr>
        <p:spPr>
          <a:xfrm>
            <a:off x="5141186" y="3672674"/>
            <a:ext cx="1843818" cy="304566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아이디 </a:t>
            </a:r>
            <a:r>
              <a:rPr lang="en-US" altLang="ko-KR" sz="1200" dirty="0">
                <a:solidFill>
                  <a:schemeClr val="tx1"/>
                </a:solidFill>
              </a:rPr>
              <a:t>/ </a:t>
            </a:r>
            <a:r>
              <a:rPr lang="ko-KR" altLang="en-US" sz="1200" dirty="0">
                <a:solidFill>
                  <a:schemeClr val="tx1"/>
                </a:solidFill>
              </a:rPr>
              <a:t>비밀번호 찾기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98CFBF7-C5D5-2134-EE80-9E9222C97C76}"/>
              </a:ext>
            </a:extLst>
          </p:cNvPr>
          <p:cNvSpPr/>
          <p:nvPr/>
        </p:nvSpPr>
        <p:spPr>
          <a:xfrm>
            <a:off x="1" y="5430981"/>
            <a:ext cx="12192000" cy="1427017"/>
          </a:xfrm>
          <a:prstGeom prst="rect">
            <a:avLst/>
          </a:prstGeom>
          <a:solidFill>
            <a:schemeClr val="bg2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871BEA3-55D5-2A41-D1BC-DDCCFB1B24D9}"/>
              </a:ext>
            </a:extLst>
          </p:cNvPr>
          <p:cNvSpPr/>
          <p:nvPr/>
        </p:nvSpPr>
        <p:spPr>
          <a:xfrm>
            <a:off x="4984173" y="3544454"/>
            <a:ext cx="273688" cy="27368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EACA9C6-84A0-A201-DC82-42A917D005F6}"/>
              </a:ext>
            </a:extLst>
          </p:cNvPr>
          <p:cNvSpPr/>
          <p:nvPr/>
        </p:nvSpPr>
        <p:spPr>
          <a:xfrm>
            <a:off x="172024" y="5576454"/>
            <a:ext cx="273688" cy="27368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A624764-7117-4B78-EB8E-B524D55667B9}"/>
              </a:ext>
            </a:extLst>
          </p:cNvPr>
          <p:cNvSpPr/>
          <p:nvPr/>
        </p:nvSpPr>
        <p:spPr>
          <a:xfrm>
            <a:off x="445712" y="5505479"/>
            <a:ext cx="335967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tx1"/>
                </a:solidFill>
              </a:rPr>
              <a:t>카카오 오픈 채팅 주소로 연결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8587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233C4-844E-209B-B8F3-DEC21267C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1D0B25BF-D479-B9B8-3924-64ABA162222D}"/>
              </a:ext>
            </a:extLst>
          </p:cNvPr>
          <p:cNvSpPr/>
          <p:nvPr/>
        </p:nvSpPr>
        <p:spPr>
          <a:xfrm>
            <a:off x="581891" y="834679"/>
            <a:ext cx="11000508" cy="25943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3E39D78-6069-2E41-4FBA-643968F99D2F}"/>
              </a:ext>
            </a:extLst>
          </p:cNvPr>
          <p:cNvSpPr/>
          <p:nvPr/>
        </p:nvSpPr>
        <p:spPr>
          <a:xfrm>
            <a:off x="237836" y="143165"/>
            <a:ext cx="4262582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정보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비밀번호변경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9F7E12D-F4D3-8E1C-E604-6E6D72C94470}"/>
              </a:ext>
            </a:extLst>
          </p:cNvPr>
          <p:cNvSpPr/>
          <p:nvPr/>
        </p:nvSpPr>
        <p:spPr>
          <a:xfrm>
            <a:off x="1401617" y="1095720"/>
            <a:ext cx="1655619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기존 비밀번호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D732DE-3078-8327-146A-9ED140F7CBAA}"/>
              </a:ext>
            </a:extLst>
          </p:cNvPr>
          <p:cNvSpPr/>
          <p:nvPr/>
        </p:nvSpPr>
        <p:spPr>
          <a:xfrm>
            <a:off x="3140364" y="1088912"/>
            <a:ext cx="8266545" cy="429255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FEC7CF9-E179-7A69-EFE6-CC6818F6495D}"/>
              </a:ext>
            </a:extLst>
          </p:cNvPr>
          <p:cNvSpPr/>
          <p:nvPr/>
        </p:nvSpPr>
        <p:spPr>
          <a:xfrm>
            <a:off x="10268525" y="2792118"/>
            <a:ext cx="1138384" cy="415638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변경하기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56D40A5-BC27-D6B6-F6B5-E60DE205CF9B}"/>
              </a:ext>
            </a:extLst>
          </p:cNvPr>
          <p:cNvSpPr/>
          <p:nvPr/>
        </p:nvSpPr>
        <p:spPr>
          <a:xfrm>
            <a:off x="1" y="5430981"/>
            <a:ext cx="12192000" cy="1427017"/>
          </a:xfrm>
          <a:prstGeom prst="rect">
            <a:avLst/>
          </a:prstGeom>
          <a:solidFill>
            <a:schemeClr val="bg2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D022CE31-4DE8-7095-BF30-D11E654C2B00}"/>
              </a:ext>
            </a:extLst>
          </p:cNvPr>
          <p:cNvSpPr/>
          <p:nvPr/>
        </p:nvSpPr>
        <p:spPr>
          <a:xfrm>
            <a:off x="172024" y="5576454"/>
            <a:ext cx="273688" cy="27368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13FB516-FB39-303B-3158-9B2026220CCA}"/>
              </a:ext>
            </a:extLst>
          </p:cNvPr>
          <p:cNvSpPr/>
          <p:nvPr/>
        </p:nvSpPr>
        <p:spPr>
          <a:xfrm>
            <a:off x="445712" y="5505479"/>
            <a:ext cx="335967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별명 변경 </a:t>
            </a:r>
            <a:r>
              <a:rPr lang="ko-KR" altLang="en-US" dirty="0" err="1">
                <a:solidFill>
                  <a:schemeClr val="tx1"/>
                </a:solidFill>
              </a:rPr>
              <a:t>모달</a:t>
            </a:r>
            <a:r>
              <a:rPr lang="ko-KR" altLang="en-US" dirty="0">
                <a:solidFill>
                  <a:schemeClr val="tx1"/>
                </a:solidFill>
              </a:rPr>
              <a:t> 호출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2027FE6-3AA7-E506-2A3D-7BC7DC22635E}"/>
              </a:ext>
            </a:extLst>
          </p:cNvPr>
          <p:cNvSpPr/>
          <p:nvPr/>
        </p:nvSpPr>
        <p:spPr>
          <a:xfrm>
            <a:off x="1" y="5907010"/>
            <a:ext cx="12192000" cy="1427017"/>
          </a:xfrm>
          <a:prstGeom prst="rect">
            <a:avLst/>
          </a:prstGeom>
          <a:solidFill>
            <a:schemeClr val="bg2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25BA78BB-8508-4BA7-4AFF-31E1F470E7BE}"/>
              </a:ext>
            </a:extLst>
          </p:cNvPr>
          <p:cNvSpPr/>
          <p:nvPr/>
        </p:nvSpPr>
        <p:spPr>
          <a:xfrm>
            <a:off x="172024" y="6052483"/>
            <a:ext cx="273688" cy="27368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18DE16C-6CD3-7851-60C7-4EBC0F64BF8E}"/>
              </a:ext>
            </a:extLst>
          </p:cNvPr>
          <p:cNvSpPr/>
          <p:nvPr/>
        </p:nvSpPr>
        <p:spPr>
          <a:xfrm>
            <a:off x="445712" y="5981508"/>
            <a:ext cx="335967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비밀번호 변경 </a:t>
            </a:r>
            <a:r>
              <a:rPr lang="ko-KR" altLang="en-US" dirty="0" err="1">
                <a:solidFill>
                  <a:schemeClr val="tx1"/>
                </a:solidFill>
              </a:rPr>
              <a:t>모달</a:t>
            </a:r>
            <a:r>
              <a:rPr lang="ko-KR" altLang="en-US" dirty="0">
                <a:solidFill>
                  <a:schemeClr val="tx1"/>
                </a:solidFill>
              </a:rPr>
              <a:t> 호출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71D2F69-B9F6-E826-370A-02C33869979F}"/>
              </a:ext>
            </a:extLst>
          </p:cNvPr>
          <p:cNvSpPr/>
          <p:nvPr/>
        </p:nvSpPr>
        <p:spPr>
          <a:xfrm>
            <a:off x="1401617" y="1649781"/>
            <a:ext cx="1655619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신규 비밀번호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30BD134-BBF6-0902-0F22-6B20F0D241E3}"/>
              </a:ext>
            </a:extLst>
          </p:cNvPr>
          <p:cNvSpPr/>
          <p:nvPr/>
        </p:nvSpPr>
        <p:spPr>
          <a:xfrm>
            <a:off x="3140364" y="1642973"/>
            <a:ext cx="8266545" cy="429255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1129D1B-FA7D-2EC4-719B-229B65907324}"/>
              </a:ext>
            </a:extLst>
          </p:cNvPr>
          <p:cNvSpPr/>
          <p:nvPr/>
        </p:nvSpPr>
        <p:spPr>
          <a:xfrm>
            <a:off x="912090" y="2197033"/>
            <a:ext cx="2228274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tx1"/>
                </a:solidFill>
              </a:rPr>
              <a:t>신규 비밀번호 확인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79E27FB-1C41-9850-E516-A9D545021619}"/>
              </a:ext>
            </a:extLst>
          </p:cNvPr>
          <p:cNvSpPr/>
          <p:nvPr/>
        </p:nvSpPr>
        <p:spPr>
          <a:xfrm>
            <a:off x="3140364" y="2190225"/>
            <a:ext cx="8266545" cy="429255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427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CD08559D-527B-8856-9A5B-A3FCD190B4D3}"/>
              </a:ext>
            </a:extLst>
          </p:cNvPr>
          <p:cNvSpPr/>
          <p:nvPr/>
        </p:nvSpPr>
        <p:spPr>
          <a:xfrm>
            <a:off x="1228437" y="701964"/>
            <a:ext cx="8806874" cy="1056409"/>
          </a:xfrm>
          <a:prstGeom prst="rect">
            <a:avLst/>
          </a:prstGeom>
          <a:solidFill>
            <a:schemeClr val="bg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검색조건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6788209-0A91-F4F2-F6DA-63F41C4BF5B3}"/>
              </a:ext>
            </a:extLst>
          </p:cNvPr>
          <p:cNvSpPr/>
          <p:nvPr/>
        </p:nvSpPr>
        <p:spPr>
          <a:xfrm>
            <a:off x="1228436" y="1873775"/>
            <a:ext cx="8806874" cy="46932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상품 목록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7A3782-F727-5765-86BF-373C41509FA8}"/>
              </a:ext>
            </a:extLst>
          </p:cNvPr>
          <p:cNvSpPr/>
          <p:nvPr/>
        </p:nvSpPr>
        <p:spPr>
          <a:xfrm>
            <a:off x="1403921" y="2738643"/>
            <a:ext cx="2147455" cy="3052716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2C7DFEA-8610-F7BE-5802-7CB3D65602B0}"/>
              </a:ext>
            </a:extLst>
          </p:cNvPr>
          <p:cNvSpPr/>
          <p:nvPr/>
        </p:nvSpPr>
        <p:spPr>
          <a:xfrm>
            <a:off x="1560939" y="2989178"/>
            <a:ext cx="1874983" cy="909782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0AE4626-D383-B815-E73F-D227CB21C2ED}"/>
              </a:ext>
            </a:extLst>
          </p:cNvPr>
          <p:cNvSpPr/>
          <p:nvPr/>
        </p:nvSpPr>
        <p:spPr>
          <a:xfrm>
            <a:off x="1560939" y="4582447"/>
            <a:ext cx="1874983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tx1"/>
                </a:solidFill>
              </a:rPr>
              <a:t>가격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CF6430A-9919-99ED-E786-01AD5A295728}"/>
              </a:ext>
            </a:extLst>
          </p:cNvPr>
          <p:cNvSpPr/>
          <p:nvPr/>
        </p:nvSpPr>
        <p:spPr>
          <a:xfrm>
            <a:off x="237835" y="143165"/>
            <a:ext cx="491037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상품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상품조회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목록조회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806E872-0DEE-FF6F-7E1C-C8045C522289}"/>
              </a:ext>
            </a:extLst>
          </p:cNvPr>
          <p:cNvSpPr/>
          <p:nvPr/>
        </p:nvSpPr>
        <p:spPr>
          <a:xfrm>
            <a:off x="1560938" y="4028262"/>
            <a:ext cx="1874983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상품명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3774DC-BB74-FF83-0895-CF1D83A65C09}"/>
              </a:ext>
            </a:extLst>
          </p:cNvPr>
          <p:cNvSpPr/>
          <p:nvPr/>
        </p:nvSpPr>
        <p:spPr>
          <a:xfrm>
            <a:off x="1560939" y="5145867"/>
            <a:ext cx="1293100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tx1"/>
                </a:solidFill>
              </a:rPr>
              <a:t>별점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71627F6-618A-F013-3572-4E737ED87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490" y="2738643"/>
            <a:ext cx="1920464" cy="3080425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A8A29AC7-1282-79C7-3D65-F0A6115AE4E8}"/>
              </a:ext>
            </a:extLst>
          </p:cNvPr>
          <p:cNvSpPr/>
          <p:nvPr/>
        </p:nvSpPr>
        <p:spPr>
          <a:xfrm>
            <a:off x="8657937" y="1173024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검색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FDB7A95-98E2-44C7-477A-473AAE483157}"/>
              </a:ext>
            </a:extLst>
          </p:cNvPr>
          <p:cNvSpPr/>
          <p:nvPr/>
        </p:nvSpPr>
        <p:spPr>
          <a:xfrm>
            <a:off x="4029363" y="1256152"/>
            <a:ext cx="4456543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54EEF45-42AD-2DFF-7271-4529E03AC89A}"/>
              </a:ext>
            </a:extLst>
          </p:cNvPr>
          <p:cNvSpPr/>
          <p:nvPr/>
        </p:nvSpPr>
        <p:spPr>
          <a:xfrm>
            <a:off x="2669310" y="1200732"/>
            <a:ext cx="1265384" cy="42025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dirty="0">
                <a:solidFill>
                  <a:schemeClr val="tx1"/>
                </a:solidFill>
              </a:rPr>
              <a:t>상세분류</a:t>
            </a:r>
          </a:p>
        </p:txBody>
      </p:sp>
      <p:sp>
        <p:nvSpPr>
          <p:cNvPr id="19" name="이등변 삼각형 18">
            <a:extLst>
              <a:ext uri="{FF2B5EF4-FFF2-40B4-BE49-F238E27FC236}">
                <a16:creationId xmlns:a16="http://schemas.microsoft.com/office/drawing/2014/main" id="{4D36589E-E95E-FB64-54EB-BE3BF51199E9}"/>
              </a:ext>
            </a:extLst>
          </p:cNvPr>
          <p:cNvSpPr/>
          <p:nvPr/>
        </p:nvSpPr>
        <p:spPr>
          <a:xfrm flipV="1">
            <a:off x="2854038" y="1283808"/>
            <a:ext cx="286328" cy="260986"/>
          </a:xfrm>
          <a:prstGeom prst="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C486507-9CE3-3983-D1B5-1BFA4FDBAD18}"/>
              </a:ext>
            </a:extLst>
          </p:cNvPr>
          <p:cNvSpPr/>
          <p:nvPr/>
        </p:nvSpPr>
        <p:spPr>
          <a:xfrm>
            <a:off x="8590972" y="2153174"/>
            <a:ext cx="1265384" cy="42025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정렬</a:t>
            </a:r>
          </a:p>
        </p:txBody>
      </p:sp>
      <p:sp>
        <p:nvSpPr>
          <p:cNvPr id="23" name="이등변 삼각형 22">
            <a:extLst>
              <a:ext uri="{FF2B5EF4-FFF2-40B4-BE49-F238E27FC236}">
                <a16:creationId xmlns:a16="http://schemas.microsoft.com/office/drawing/2014/main" id="{66CFC227-171C-67D4-73DE-E27047A8A8F0}"/>
              </a:ext>
            </a:extLst>
          </p:cNvPr>
          <p:cNvSpPr/>
          <p:nvPr/>
        </p:nvSpPr>
        <p:spPr>
          <a:xfrm flipV="1">
            <a:off x="8775700" y="2236250"/>
            <a:ext cx="286328" cy="260986"/>
          </a:xfrm>
          <a:prstGeom prst="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38052F3-6E1E-DEB5-258A-D6B4E55E0E5B}"/>
              </a:ext>
            </a:extLst>
          </p:cNvPr>
          <p:cNvSpPr/>
          <p:nvPr/>
        </p:nvSpPr>
        <p:spPr>
          <a:xfrm>
            <a:off x="1403921" y="2320702"/>
            <a:ext cx="895926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총 </a:t>
            </a:r>
            <a:r>
              <a:rPr lang="en-US" altLang="ko-KR" dirty="0">
                <a:solidFill>
                  <a:schemeClr val="tx1"/>
                </a:solidFill>
              </a:rPr>
              <a:t>n</a:t>
            </a:r>
            <a:r>
              <a:rPr lang="ko-KR" altLang="en-US" dirty="0">
                <a:solidFill>
                  <a:schemeClr val="tx1"/>
                </a:solidFill>
              </a:rPr>
              <a:t>개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CA0CD34B-9BBB-5C1B-4DC5-5FE65659B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3959" y="2710934"/>
            <a:ext cx="1920464" cy="308042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87770444-E8C1-1526-6A6D-E1182C46A85F}"/>
              </a:ext>
            </a:extLst>
          </p:cNvPr>
          <p:cNvSpPr/>
          <p:nvPr/>
        </p:nvSpPr>
        <p:spPr>
          <a:xfrm>
            <a:off x="1309257" y="1213466"/>
            <a:ext cx="1265384" cy="42025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분류</a:t>
            </a:r>
          </a:p>
        </p:txBody>
      </p:sp>
      <p:sp>
        <p:nvSpPr>
          <p:cNvPr id="3" name="이등변 삼각형 2">
            <a:extLst>
              <a:ext uri="{FF2B5EF4-FFF2-40B4-BE49-F238E27FC236}">
                <a16:creationId xmlns:a16="http://schemas.microsoft.com/office/drawing/2014/main" id="{60B36FB9-EAB1-0E7B-E0DE-F8203BA36C65}"/>
              </a:ext>
            </a:extLst>
          </p:cNvPr>
          <p:cNvSpPr/>
          <p:nvPr/>
        </p:nvSpPr>
        <p:spPr>
          <a:xfrm flipV="1">
            <a:off x="1493985" y="1296542"/>
            <a:ext cx="286328" cy="260986"/>
          </a:xfrm>
          <a:prstGeom prst="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319087D-C928-A742-E93E-8A55818BE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857" y="2674980"/>
            <a:ext cx="1920464" cy="308042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0FB6D94-02CD-0481-FD94-37E3D1AA19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0874" y="5135566"/>
            <a:ext cx="483666" cy="48366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7281AF8C-B3F2-E22E-4C6E-172BA9AC94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207" y="5268334"/>
            <a:ext cx="483666" cy="483666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79BD0ED6-69E9-4840-355B-218A4BAF25C2}"/>
              </a:ext>
            </a:extLst>
          </p:cNvPr>
          <p:cNvSpPr/>
          <p:nvPr/>
        </p:nvSpPr>
        <p:spPr>
          <a:xfrm>
            <a:off x="8724901" y="5926871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D3C9127-8C4F-CEB9-A280-8BCF6E4CB341}"/>
              </a:ext>
            </a:extLst>
          </p:cNvPr>
          <p:cNvSpPr/>
          <p:nvPr/>
        </p:nvSpPr>
        <p:spPr>
          <a:xfrm>
            <a:off x="8002857" y="2674980"/>
            <a:ext cx="1853499" cy="3077020"/>
          </a:xfrm>
          <a:prstGeom prst="rect">
            <a:avLst/>
          </a:prstGeom>
          <a:solidFill>
            <a:srgbClr val="000000">
              <a:alpha val="6705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/>
              <a:t>품절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4198C26-C1B2-6891-109B-7AE1661552FD}"/>
              </a:ext>
            </a:extLst>
          </p:cNvPr>
          <p:cNvSpPr/>
          <p:nvPr/>
        </p:nvSpPr>
        <p:spPr>
          <a:xfrm>
            <a:off x="6437744" y="2156807"/>
            <a:ext cx="160481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b="1" dirty="0">
                <a:solidFill>
                  <a:schemeClr val="tx1"/>
                </a:solidFill>
              </a:rPr>
              <a:t>품절 상품 숨기기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A96CFFA-CB88-8FDA-EC46-ED6495109BAA}"/>
              </a:ext>
            </a:extLst>
          </p:cNvPr>
          <p:cNvSpPr/>
          <p:nvPr/>
        </p:nvSpPr>
        <p:spPr>
          <a:xfrm>
            <a:off x="8051352" y="2233938"/>
            <a:ext cx="286778" cy="26329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54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2C7DFEA-8610-F7BE-5802-7CB3D65602B0}"/>
              </a:ext>
            </a:extLst>
          </p:cNvPr>
          <p:cNvSpPr/>
          <p:nvPr/>
        </p:nvSpPr>
        <p:spPr>
          <a:xfrm>
            <a:off x="1048326" y="868823"/>
            <a:ext cx="3366655" cy="296426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871F30A-C662-7C2D-E86A-D918F0F5B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6364" y="791961"/>
            <a:ext cx="2336799" cy="12281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EE660E08-D93E-F5B7-4B97-C0545B994934}"/>
              </a:ext>
            </a:extLst>
          </p:cNvPr>
          <p:cNvSpPr/>
          <p:nvPr/>
        </p:nvSpPr>
        <p:spPr>
          <a:xfrm>
            <a:off x="4715164" y="1832301"/>
            <a:ext cx="1874983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tx1"/>
                </a:solidFill>
              </a:rPr>
              <a:t>가격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B8EC1BC-7E17-9A78-6BF4-D51600F2FCE9}"/>
              </a:ext>
            </a:extLst>
          </p:cNvPr>
          <p:cNvSpPr/>
          <p:nvPr/>
        </p:nvSpPr>
        <p:spPr>
          <a:xfrm>
            <a:off x="4715164" y="868823"/>
            <a:ext cx="5491017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상품명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C4ADFE8-E178-A167-34DF-DBB1BA45C65E}"/>
              </a:ext>
            </a:extLst>
          </p:cNvPr>
          <p:cNvSpPr/>
          <p:nvPr/>
        </p:nvSpPr>
        <p:spPr>
          <a:xfrm>
            <a:off x="4715164" y="1350562"/>
            <a:ext cx="1874983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tx1"/>
                </a:solidFill>
              </a:rPr>
              <a:t>별점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5140907-A89A-2F77-C953-DE8E8D902414}"/>
              </a:ext>
            </a:extLst>
          </p:cNvPr>
          <p:cNvSpPr/>
          <p:nvPr/>
        </p:nvSpPr>
        <p:spPr>
          <a:xfrm>
            <a:off x="5574144" y="3417452"/>
            <a:ext cx="1874983" cy="415638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장바구니 담기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04A78F2-F9DE-E968-791A-36236F554892}"/>
              </a:ext>
            </a:extLst>
          </p:cNvPr>
          <p:cNvSpPr/>
          <p:nvPr/>
        </p:nvSpPr>
        <p:spPr>
          <a:xfrm>
            <a:off x="237835" y="143165"/>
            <a:ext cx="6079837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상품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상품조회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상세조회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37B35C0-F4E5-2794-1487-BE92D4D76858}"/>
              </a:ext>
            </a:extLst>
          </p:cNvPr>
          <p:cNvSpPr/>
          <p:nvPr/>
        </p:nvSpPr>
        <p:spPr>
          <a:xfrm>
            <a:off x="7601533" y="3417451"/>
            <a:ext cx="1450108" cy="415638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구매 요청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DDF1D0-CCD8-E8F1-BE52-0E63215B2B71}"/>
              </a:ext>
            </a:extLst>
          </p:cNvPr>
          <p:cNvSpPr/>
          <p:nvPr/>
        </p:nvSpPr>
        <p:spPr>
          <a:xfrm>
            <a:off x="4715164" y="3417451"/>
            <a:ext cx="706581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개수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0FCD43-1CD5-8FBC-1B26-A8CC2121DA20}"/>
              </a:ext>
            </a:extLst>
          </p:cNvPr>
          <p:cNvSpPr/>
          <p:nvPr/>
        </p:nvSpPr>
        <p:spPr>
          <a:xfrm>
            <a:off x="1048326" y="4069569"/>
            <a:ext cx="9259455" cy="189651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상세내용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0005238-9333-2F99-A834-EF55F9C4F934}"/>
              </a:ext>
            </a:extLst>
          </p:cNvPr>
          <p:cNvSpPr/>
          <p:nvPr/>
        </p:nvSpPr>
        <p:spPr>
          <a:xfrm>
            <a:off x="8857673" y="6216071"/>
            <a:ext cx="1450108" cy="415638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3B11346-E7AB-EE1C-F277-CCB816B9ACED}"/>
              </a:ext>
            </a:extLst>
          </p:cNvPr>
          <p:cNvSpPr/>
          <p:nvPr/>
        </p:nvSpPr>
        <p:spPr>
          <a:xfrm>
            <a:off x="7315201" y="6216071"/>
            <a:ext cx="1450108" cy="415638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3374815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2C7DFEA-8610-F7BE-5802-7CB3D65602B0}"/>
              </a:ext>
            </a:extLst>
          </p:cNvPr>
          <p:cNvSpPr/>
          <p:nvPr/>
        </p:nvSpPr>
        <p:spPr>
          <a:xfrm>
            <a:off x="1048326" y="868823"/>
            <a:ext cx="3366655" cy="296426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E660E08-D93E-F5B7-4B97-C0545B994934}"/>
              </a:ext>
            </a:extLst>
          </p:cNvPr>
          <p:cNvSpPr/>
          <p:nvPr/>
        </p:nvSpPr>
        <p:spPr>
          <a:xfrm>
            <a:off x="4715164" y="1832301"/>
            <a:ext cx="1874983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tx1"/>
                </a:solidFill>
              </a:rPr>
              <a:t>가격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B8EC1BC-7E17-9A78-6BF4-D51600F2FCE9}"/>
              </a:ext>
            </a:extLst>
          </p:cNvPr>
          <p:cNvSpPr/>
          <p:nvPr/>
        </p:nvSpPr>
        <p:spPr>
          <a:xfrm>
            <a:off x="4715164" y="868823"/>
            <a:ext cx="5491017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상품명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C4ADFE8-E178-A167-34DF-DBB1BA45C65E}"/>
              </a:ext>
            </a:extLst>
          </p:cNvPr>
          <p:cNvSpPr/>
          <p:nvPr/>
        </p:nvSpPr>
        <p:spPr>
          <a:xfrm>
            <a:off x="4715164" y="1350562"/>
            <a:ext cx="1874983" cy="415638"/>
          </a:xfrm>
          <a:prstGeom prst="rect">
            <a:avLst/>
          </a:prstGeom>
          <a:solidFill>
            <a:schemeClr val="bg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tx1"/>
                </a:solidFill>
              </a:rPr>
              <a:t>별점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04A78F2-F9DE-E968-791A-36236F554892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상품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상품조회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상품상세조회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관리화면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0FCD43-1CD5-8FBC-1B26-A8CC2121DA20}"/>
              </a:ext>
            </a:extLst>
          </p:cNvPr>
          <p:cNvSpPr/>
          <p:nvPr/>
        </p:nvSpPr>
        <p:spPr>
          <a:xfrm>
            <a:off x="1048326" y="4069569"/>
            <a:ext cx="9259455" cy="191960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상세내용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F47772C-2274-78DD-BD4E-F2D2711DDC6F}"/>
              </a:ext>
            </a:extLst>
          </p:cNvPr>
          <p:cNvSpPr/>
          <p:nvPr/>
        </p:nvSpPr>
        <p:spPr>
          <a:xfrm>
            <a:off x="8857673" y="6216071"/>
            <a:ext cx="1450108" cy="415638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저장</a:t>
            </a:r>
          </a:p>
        </p:txBody>
      </p:sp>
    </p:spTree>
    <p:extLst>
      <p:ext uri="{BB962C8B-B14F-4D97-AF65-F5344CB8AC3E}">
        <p14:creationId xmlns:p14="http://schemas.microsoft.com/office/powerpoint/2010/main" val="1649525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04A78F2-F9DE-E968-791A-36236F554892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상품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장바구니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F08235D-6DCD-94FF-89C3-3B3E33214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4188" y="3269673"/>
            <a:ext cx="4080538" cy="29243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5A735EAB-4134-A72D-E9E0-92982334134E}"/>
              </a:ext>
            </a:extLst>
          </p:cNvPr>
          <p:cNvSpPr/>
          <p:nvPr/>
        </p:nvSpPr>
        <p:spPr>
          <a:xfrm>
            <a:off x="480291" y="834814"/>
            <a:ext cx="7941550" cy="2434859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F358CC-B5E8-0169-D96C-DC0F6947422D}"/>
              </a:ext>
            </a:extLst>
          </p:cNvPr>
          <p:cNvSpPr/>
          <p:nvPr/>
        </p:nvSpPr>
        <p:spPr>
          <a:xfrm>
            <a:off x="969230" y="1036935"/>
            <a:ext cx="1874983" cy="20480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9F44726-7A57-96CE-769E-BC48CCE9519C}"/>
              </a:ext>
            </a:extLst>
          </p:cNvPr>
          <p:cNvSpPr/>
          <p:nvPr/>
        </p:nvSpPr>
        <p:spPr>
          <a:xfrm>
            <a:off x="2996610" y="1595658"/>
            <a:ext cx="1874983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tx1"/>
                </a:solidFill>
              </a:rPr>
              <a:t>가격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45479C1-2E37-45B7-7EBD-6EB209BA989D}"/>
              </a:ext>
            </a:extLst>
          </p:cNvPr>
          <p:cNvSpPr/>
          <p:nvPr/>
        </p:nvSpPr>
        <p:spPr>
          <a:xfrm>
            <a:off x="3006989" y="1036936"/>
            <a:ext cx="5194902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상품명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4BE3B22-D8B6-0B88-5C6B-E7D25CAA9CAB}"/>
              </a:ext>
            </a:extLst>
          </p:cNvPr>
          <p:cNvSpPr/>
          <p:nvPr/>
        </p:nvSpPr>
        <p:spPr>
          <a:xfrm>
            <a:off x="9199417" y="877455"/>
            <a:ext cx="2147455" cy="1294304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2C7F8E6-7DF5-9665-B634-A7BF340ACA51}"/>
              </a:ext>
            </a:extLst>
          </p:cNvPr>
          <p:cNvSpPr/>
          <p:nvPr/>
        </p:nvSpPr>
        <p:spPr>
          <a:xfrm>
            <a:off x="9356435" y="1110628"/>
            <a:ext cx="1874983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총액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9189367-B4E8-AC9E-8714-0A8000E5E860}"/>
              </a:ext>
            </a:extLst>
          </p:cNvPr>
          <p:cNvSpPr/>
          <p:nvPr/>
        </p:nvSpPr>
        <p:spPr>
          <a:xfrm>
            <a:off x="10005290" y="1698142"/>
            <a:ext cx="1226127" cy="317650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구매 요청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A2494F0-461B-BF03-CF88-A0D670133719}"/>
              </a:ext>
            </a:extLst>
          </p:cNvPr>
          <p:cNvSpPr/>
          <p:nvPr/>
        </p:nvSpPr>
        <p:spPr>
          <a:xfrm>
            <a:off x="2996610" y="2601188"/>
            <a:ext cx="1293100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개수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D26D933-A917-6A00-C1BF-F225F8BC1BB3}"/>
              </a:ext>
            </a:extLst>
          </p:cNvPr>
          <p:cNvSpPr/>
          <p:nvPr/>
        </p:nvSpPr>
        <p:spPr>
          <a:xfrm>
            <a:off x="6822039" y="2669306"/>
            <a:ext cx="1450108" cy="415638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0BDE74D-C9AD-CDA2-9AF3-2B602C099A55}"/>
              </a:ext>
            </a:extLst>
          </p:cNvPr>
          <p:cNvSpPr/>
          <p:nvPr/>
        </p:nvSpPr>
        <p:spPr>
          <a:xfrm>
            <a:off x="469313" y="3471794"/>
            <a:ext cx="7941550" cy="2434859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F2B6450-3DFA-CC95-C78D-F4E832D893D3}"/>
              </a:ext>
            </a:extLst>
          </p:cNvPr>
          <p:cNvSpPr/>
          <p:nvPr/>
        </p:nvSpPr>
        <p:spPr>
          <a:xfrm>
            <a:off x="958252" y="3673915"/>
            <a:ext cx="1874983" cy="20480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EFC5303-1BB9-892E-BEEB-906DD8D81115}"/>
              </a:ext>
            </a:extLst>
          </p:cNvPr>
          <p:cNvSpPr/>
          <p:nvPr/>
        </p:nvSpPr>
        <p:spPr>
          <a:xfrm>
            <a:off x="2985632" y="4232638"/>
            <a:ext cx="1874983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tx1"/>
                </a:solidFill>
              </a:rPr>
              <a:t>가격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DE7609E-0B94-9729-5D0D-C3DF3D121DD5}"/>
              </a:ext>
            </a:extLst>
          </p:cNvPr>
          <p:cNvSpPr/>
          <p:nvPr/>
        </p:nvSpPr>
        <p:spPr>
          <a:xfrm>
            <a:off x="2996011" y="3673916"/>
            <a:ext cx="5194902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상품명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7CB0159-F3BB-627E-6BAB-AC8B2149497F}"/>
              </a:ext>
            </a:extLst>
          </p:cNvPr>
          <p:cNvSpPr/>
          <p:nvPr/>
        </p:nvSpPr>
        <p:spPr>
          <a:xfrm>
            <a:off x="2985632" y="5238168"/>
            <a:ext cx="1293100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개수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1DF24F8-7421-D81B-D02E-C4648859C132}"/>
              </a:ext>
            </a:extLst>
          </p:cNvPr>
          <p:cNvSpPr/>
          <p:nvPr/>
        </p:nvSpPr>
        <p:spPr>
          <a:xfrm>
            <a:off x="6811061" y="5306286"/>
            <a:ext cx="1450108" cy="415638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1615FD5-8026-B4A7-0F2E-DE7994DAA06C}"/>
              </a:ext>
            </a:extLst>
          </p:cNvPr>
          <p:cNvSpPr/>
          <p:nvPr/>
        </p:nvSpPr>
        <p:spPr>
          <a:xfrm>
            <a:off x="595452" y="1924357"/>
            <a:ext cx="258618" cy="27316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accent1"/>
                </a:solidFill>
              </a:rPr>
              <a:t>√</a:t>
            </a:r>
            <a:endParaRPr lang="ko-KR" altLang="en-US" b="1" dirty="0">
              <a:solidFill>
                <a:schemeClr val="accent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BAFFBA2-DC53-E9F2-3C38-3F2D87F4D487}"/>
              </a:ext>
            </a:extLst>
          </p:cNvPr>
          <p:cNvSpPr/>
          <p:nvPr/>
        </p:nvSpPr>
        <p:spPr>
          <a:xfrm>
            <a:off x="595452" y="4595283"/>
            <a:ext cx="258618" cy="27316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4300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B6C89-4715-C282-F004-A7DDC55FE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ED6E083-4C62-C393-5193-2A4F0BD14B5D}"/>
              </a:ext>
            </a:extLst>
          </p:cNvPr>
          <p:cNvSpPr/>
          <p:nvPr/>
        </p:nvSpPr>
        <p:spPr>
          <a:xfrm>
            <a:off x="2295236" y="4110182"/>
            <a:ext cx="7910946" cy="169025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1188E50-FF97-6A17-04D9-E0BC3F5390B4}"/>
              </a:ext>
            </a:extLst>
          </p:cNvPr>
          <p:cNvSpPr/>
          <p:nvPr/>
        </p:nvSpPr>
        <p:spPr>
          <a:xfrm>
            <a:off x="2272146" y="868823"/>
            <a:ext cx="7934036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BB3252A-001D-2480-F2B9-C6DDD8936206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상품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상품조회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신규상품주문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971372C-FE62-9910-2C0E-566421AA54F8}"/>
              </a:ext>
            </a:extLst>
          </p:cNvPr>
          <p:cNvSpPr/>
          <p:nvPr/>
        </p:nvSpPr>
        <p:spPr>
          <a:xfrm>
            <a:off x="2272146" y="1437206"/>
            <a:ext cx="1908000" cy="191960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4040794-BF4A-4A58-800B-8C6FBAFED713}"/>
              </a:ext>
            </a:extLst>
          </p:cNvPr>
          <p:cNvSpPr/>
          <p:nvPr/>
        </p:nvSpPr>
        <p:spPr>
          <a:xfrm>
            <a:off x="8756074" y="5989177"/>
            <a:ext cx="1450108" cy="415638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구매요청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41D5133-4784-775B-B1BA-EE9679776392}"/>
              </a:ext>
            </a:extLst>
          </p:cNvPr>
          <p:cNvSpPr/>
          <p:nvPr/>
        </p:nvSpPr>
        <p:spPr>
          <a:xfrm>
            <a:off x="1048326" y="868823"/>
            <a:ext cx="1138383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>
                <a:solidFill>
                  <a:srgbClr val="FF0000"/>
                </a:solidFill>
              </a:rPr>
              <a:t>*</a:t>
            </a:r>
            <a:r>
              <a:rPr lang="ko-KR" altLang="en-US" dirty="0">
                <a:solidFill>
                  <a:schemeClr val="tx1"/>
                </a:solidFill>
              </a:rPr>
              <a:t>상품명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B0BE009-37B2-4305-AF89-F77462286241}"/>
              </a:ext>
            </a:extLst>
          </p:cNvPr>
          <p:cNvSpPr/>
          <p:nvPr/>
        </p:nvSpPr>
        <p:spPr>
          <a:xfrm>
            <a:off x="1048326" y="1365395"/>
            <a:ext cx="1138383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06B3C38-EB44-F8C9-18CA-1C7158BD8BE5}"/>
              </a:ext>
            </a:extLst>
          </p:cNvPr>
          <p:cNvSpPr/>
          <p:nvPr/>
        </p:nvSpPr>
        <p:spPr>
          <a:xfrm>
            <a:off x="1048326" y="3512124"/>
            <a:ext cx="1138383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>
                <a:solidFill>
                  <a:srgbClr val="FF0000"/>
                </a:solidFill>
              </a:rPr>
              <a:t>*</a:t>
            </a:r>
            <a:r>
              <a:rPr lang="ko-KR" altLang="en-US" dirty="0">
                <a:solidFill>
                  <a:schemeClr val="tx1"/>
                </a:solidFill>
              </a:rPr>
              <a:t>개수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260AF25-6410-9BC5-6B05-827FC9A0929F}"/>
              </a:ext>
            </a:extLst>
          </p:cNvPr>
          <p:cNvSpPr/>
          <p:nvPr/>
        </p:nvSpPr>
        <p:spPr>
          <a:xfrm>
            <a:off x="1048326" y="4110182"/>
            <a:ext cx="1138383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상품설명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3E3A92A-2DE9-F2F8-1844-BE1C57996A8F}"/>
              </a:ext>
            </a:extLst>
          </p:cNvPr>
          <p:cNvSpPr/>
          <p:nvPr/>
        </p:nvSpPr>
        <p:spPr>
          <a:xfrm>
            <a:off x="2272146" y="3512124"/>
            <a:ext cx="1908000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077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04A78F2-F9DE-E968-791A-36236F554892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상품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주문내역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A735EAB-4134-A72D-E9E0-92982334134E}"/>
              </a:ext>
            </a:extLst>
          </p:cNvPr>
          <p:cNvSpPr/>
          <p:nvPr/>
        </p:nvSpPr>
        <p:spPr>
          <a:xfrm>
            <a:off x="1287888" y="2017607"/>
            <a:ext cx="7605008" cy="217483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F358CC-B5E8-0169-D96C-DC0F6947422D}"/>
              </a:ext>
            </a:extLst>
          </p:cNvPr>
          <p:cNvSpPr/>
          <p:nvPr/>
        </p:nvSpPr>
        <p:spPr>
          <a:xfrm>
            <a:off x="1393198" y="2206668"/>
            <a:ext cx="1539783" cy="1735602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이미지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9F44726-7A57-96CE-769E-BC48CCE9519C}"/>
              </a:ext>
            </a:extLst>
          </p:cNvPr>
          <p:cNvSpPr/>
          <p:nvPr/>
        </p:nvSpPr>
        <p:spPr>
          <a:xfrm>
            <a:off x="2924356" y="2541870"/>
            <a:ext cx="1874983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가격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45479C1-2E37-45B7-7EBD-6EB209BA989D}"/>
              </a:ext>
            </a:extLst>
          </p:cNvPr>
          <p:cNvSpPr/>
          <p:nvPr/>
        </p:nvSpPr>
        <p:spPr>
          <a:xfrm>
            <a:off x="2934735" y="2132283"/>
            <a:ext cx="5194902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상품명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04D9231-7A4E-7882-21E3-8E42CB8F371A}"/>
              </a:ext>
            </a:extLst>
          </p:cNvPr>
          <p:cNvSpPr/>
          <p:nvPr/>
        </p:nvSpPr>
        <p:spPr>
          <a:xfrm>
            <a:off x="2924356" y="2951457"/>
            <a:ext cx="129310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개수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338313-7BB0-055B-934B-DA61EE9082A7}"/>
              </a:ext>
            </a:extLst>
          </p:cNvPr>
          <p:cNvSpPr/>
          <p:nvPr/>
        </p:nvSpPr>
        <p:spPr>
          <a:xfrm>
            <a:off x="5497304" y="2541871"/>
            <a:ext cx="129310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주문일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881192B-1C8E-846C-9261-A0A49E37AE7F}"/>
              </a:ext>
            </a:extLst>
          </p:cNvPr>
          <p:cNvSpPr/>
          <p:nvPr/>
        </p:nvSpPr>
        <p:spPr>
          <a:xfrm>
            <a:off x="5441591" y="2951457"/>
            <a:ext cx="1404526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주문상태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D4DAE2D-C37E-902F-DA60-AC0379A58E5E}"/>
              </a:ext>
            </a:extLst>
          </p:cNvPr>
          <p:cNvSpPr/>
          <p:nvPr/>
        </p:nvSpPr>
        <p:spPr>
          <a:xfrm>
            <a:off x="1228437" y="701964"/>
            <a:ext cx="8806874" cy="1056409"/>
          </a:xfrm>
          <a:prstGeom prst="rect">
            <a:avLst/>
          </a:prstGeom>
          <a:solidFill>
            <a:schemeClr val="bg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검색조건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5515E8E-EDA8-E87D-D168-0EDDAF775FDF}"/>
              </a:ext>
            </a:extLst>
          </p:cNvPr>
          <p:cNvSpPr/>
          <p:nvPr/>
        </p:nvSpPr>
        <p:spPr>
          <a:xfrm>
            <a:off x="8657937" y="1173024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검색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4B95C48-01DD-BAEB-BB4B-5AB6C61E866B}"/>
              </a:ext>
            </a:extLst>
          </p:cNvPr>
          <p:cNvSpPr/>
          <p:nvPr/>
        </p:nvSpPr>
        <p:spPr>
          <a:xfrm>
            <a:off x="4029363" y="1256152"/>
            <a:ext cx="4456543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E6D8D2B-DC68-5D4B-E1A8-C43D5BF4D172}"/>
              </a:ext>
            </a:extLst>
          </p:cNvPr>
          <p:cNvSpPr/>
          <p:nvPr/>
        </p:nvSpPr>
        <p:spPr>
          <a:xfrm>
            <a:off x="2669310" y="1200732"/>
            <a:ext cx="1265384" cy="42025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dirty="0">
                <a:solidFill>
                  <a:schemeClr val="tx1"/>
                </a:solidFill>
              </a:rPr>
              <a:t>상세분류</a:t>
            </a:r>
          </a:p>
        </p:txBody>
      </p:sp>
      <p:sp>
        <p:nvSpPr>
          <p:cNvPr id="23" name="이등변 삼각형 22">
            <a:extLst>
              <a:ext uri="{FF2B5EF4-FFF2-40B4-BE49-F238E27FC236}">
                <a16:creationId xmlns:a16="http://schemas.microsoft.com/office/drawing/2014/main" id="{0DC5175D-D99B-24F2-3BB9-81439B605D33}"/>
              </a:ext>
            </a:extLst>
          </p:cNvPr>
          <p:cNvSpPr/>
          <p:nvPr/>
        </p:nvSpPr>
        <p:spPr>
          <a:xfrm flipV="1">
            <a:off x="2854038" y="1283808"/>
            <a:ext cx="286328" cy="260986"/>
          </a:xfrm>
          <a:prstGeom prst="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31E8F4A-4141-9454-89F2-E6618CD01FF4}"/>
              </a:ext>
            </a:extLst>
          </p:cNvPr>
          <p:cNvSpPr/>
          <p:nvPr/>
        </p:nvSpPr>
        <p:spPr>
          <a:xfrm>
            <a:off x="1309257" y="1213466"/>
            <a:ext cx="1265384" cy="42025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분류</a:t>
            </a:r>
          </a:p>
        </p:txBody>
      </p:sp>
      <p:sp>
        <p:nvSpPr>
          <p:cNvPr id="26" name="이등변 삼각형 25">
            <a:extLst>
              <a:ext uri="{FF2B5EF4-FFF2-40B4-BE49-F238E27FC236}">
                <a16:creationId xmlns:a16="http://schemas.microsoft.com/office/drawing/2014/main" id="{89BF5A26-C26E-7EE3-F520-B9ACB50D32D2}"/>
              </a:ext>
            </a:extLst>
          </p:cNvPr>
          <p:cNvSpPr/>
          <p:nvPr/>
        </p:nvSpPr>
        <p:spPr>
          <a:xfrm flipV="1">
            <a:off x="1493985" y="1296542"/>
            <a:ext cx="286328" cy="260986"/>
          </a:xfrm>
          <a:prstGeom prst="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4040151-ACBB-D046-8931-13FDE0200119}"/>
              </a:ext>
            </a:extLst>
          </p:cNvPr>
          <p:cNvSpPr/>
          <p:nvPr/>
        </p:nvSpPr>
        <p:spPr>
          <a:xfrm>
            <a:off x="7526482" y="3580345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주문취소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BE5B80F-6674-8CCB-F8A5-5812966ADB99}"/>
              </a:ext>
            </a:extLst>
          </p:cNvPr>
          <p:cNvSpPr/>
          <p:nvPr/>
        </p:nvSpPr>
        <p:spPr>
          <a:xfrm>
            <a:off x="9328738" y="4932218"/>
            <a:ext cx="1847262" cy="1925781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FF0000"/>
                </a:solidFill>
              </a:rPr>
              <a:t>* </a:t>
            </a:r>
            <a:r>
              <a:rPr lang="ko-KR" altLang="en-US" dirty="0">
                <a:solidFill>
                  <a:srgbClr val="FF0000"/>
                </a:solidFill>
              </a:rPr>
              <a:t>주문상태</a:t>
            </a:r>
            <a:endParaRPr lang="en-US" altLang="ko-KR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FF0000"/>
                </a:solidFill>
              </a:rPr>
              <a:t>구매요청</a:t>
            </a:r>
            <a:endParaRPr lang="en-US" altLang="ko-KR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dirty="0" err="1">
                <a:solidFill>
                  <a:srgbClr val="FF0000"/>
                </a:solidFill>
              </a:rPr>
              <a:t>배송중</a:t>
            </a:r>
            <a:endParaRPr lang="en-US" altLang="ko-KR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dirty="0" err="1">
                <a:solidFill>
                  <a:srgbClr val="FF0000"/>
                </a:solidFill>
              </a:rPr>
              <a:t>결제중</a:t>
            </a:r>
            <a:endParaRPr lang="en-US" altLang="ko-KR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FF0000"/>
                </a:solidFill>
              </a:rPr>
              <a:t>구매완료</a:t>
            </a:r>
            <a:endParaRPr lang="en-US" altLang="ko-KR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FF0000"/>
                </a:solidFill>
              </a:rPr>
              <a:t>품절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93D7D0E-D7DA-8E9C-9CE4-6EDE89A2C614}"/>
              </a:ext>
            </a:extLst>
          </p:cNvPr>
          <p:cNvSpPr/>
          <p:nvPr/>
        </p:nvSpPr>
        <p:spPr>
          <a:xfrm>
            <a:off x="1287888" y="4307114"/>
            <a:ext cx="7605008" cy="217483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73E16D8-7133-A231-0773-F564CFAD11D6}"/>
              </a:ext>
            </a:extLst>
          </p:cNvPr>
          <p:cNvSpPr/>
          <p:nvPr/>
        </p:nvSpPr>
        <p:spPr>
          <a:xfrm>
            <a:off x="1393198" y="4496175"/>
            <a:ext cx="1539783" cy="1735602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이미지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077A6F1-7C78-A4B1-C7B7-CEFCE56799A6}"/>
              </a:ext>
            </a:extLst>
          </p:cNvPr>
          <p:cNvSpPr/>
          <p:nvPr/>
        </p:nvSpPr>
        <p:spPr>
          <a:xfrm>
            <a:off x="2924356" y="4831377"/>
            <a:ext cx="1874983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가격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803E03E-4233-2896-35FA-0E6D3D109D77}"/>
              </a:ext>
            </a:extLst>
          </p:cNvPr>
          <p:cNvSpPr/>
          <p:nvPr/>
        </p:nvSpPr>
        <p:spPr>
          <a:xfrm>
            <a:off x="2934735" y="4421790"/>
            <a:ext cx="5194902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상품명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64A7B83-F26B-A56E-0C78-9807C237F8DD}"/>
              </a:ext>
            </a:extLst>
          </p:cNvPr>
          <p:cNvSpPr/>
          <p:nvPr/>
        </p:nvSpPr>
        <p:spPr>
          <a:xfrm>
            <a:off x="2924356" y="5240964"/>
            <a:ext cx="129310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개수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2DDAE55-75F3-55D4-3A40-AAD7E73985B2}"/>
              </a:ext>
            </a:extLst>
          </p:cNvPr>
          <p:cNvSpPr/>
          <p:nvPr/>
        </p:nvSpPr>
        <p:spPr>
          <a:xfrm>
            <a:off x="5497304" y="4831378"/>
            <a:ext cx="129310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주문일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ED5FCF6-00FA-A7D7-4DC1-2ACE27DC7F6C}"/>
              </a:ext>
            </a:extLst>
          </p:cNvPr>
          <p:cNvSpPr/>
          <p:nvPr/>
        </p:nvSpPr>
        <p:spPr>
          <a:xfrm>
            <a:off x="5441591" y="5240964"/>
            <a:ext cx="1404526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주문상태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897E89D-68FF-3608-3E82-6045FB76DBFD}"/>
              </a:ext>
            </a:extLst>
          </p:cNvPr>
          <p:cNvSpPr/>
          <p:nvPr/>
        </p:nvSpPr>
        <p:spPr>
          <a:xfrm>
            <a:off x="7526482" y="5869852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주문취소</a:t>
            </a:r>
          </a:p>
        </p:txBody>
      </p:sp>
    </p:spTree>
    <p:extLst>
      <p:ext uri="{BB962C8B-B14F-4D97-AF65-F5344CB8AC3E}">
        <p14:creationId xmlns:p14="http://schemas.microsoft.com/office/powerpoint/2010/main" val="2157026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44194-B44F-16EE-95A6-30C1CA956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8F02311-F475-F251-672C-06D81A12F47C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상품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주문내역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F50B2E8-A8CD-BBFA-29F4-0F5D3A3F2BC2}"/>
              </a:ext>
            </a:extLst>
          </p:cNvPr>
          <p:cNvSpPr/>
          <p:nvPr/>
        </p:nvSpPr>
        <p:spPr>
          <a:xfrm>
            <a:off x="1287887" y="2017607"/>
            <a:ext cx="10633817" cy="217483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E3CA14C-1559-4867-0CC1-A838C2A86D03}"/>
              </a:ext>
            </a:extLst>
          </p:cNvPr>
          <p:cNvSpPr/>
          <p:nvPr/>
        </p:nvSpPr>
        <p:spPr>
          <a:xfrm>
            <a:off x="1393198" y="2206668"/>
            <a:ext cx="1539783" cy="1735602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이미지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29DDF2E-4E1C-5452-97E6-D43707D91AA7}"/>
              </a:ext>
            </a:extLst>
          </p:cNvPr>
          <p:cNvSpPr/>
          <p:nvPr/>
        </p:nvSpPr>
        <p:spPr>
          <a:xfrm>
            <a:off x="2924356" y="2541870"/>
            <a:ext cx="1874983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가격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53D1066-E84B-9413-9831-69457CDBFF42}"/>
              </a:ext>
            </a:extLst>
          </p:cNvPr>
          <p:cNvSpPr/>
          <p:nvPr/>
        </p:nvSpPr>
        <p:spPr>
          <a:xfrm>
            <a:off x="2934735" y="2132283"/>
            <a:ext cx="5194902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상품명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2E7081C-0FC9-DA80-68F0-2449CDB42F6F}"/>
              </a:ext>
            </a:extLst>
          </p:cNvPr>
          <p:cNvSpPr/>
          <p:nvPr/>
        </p:nvSpPr>
        <p:spPr>
          <a:xfrm>
            <a:off x="2924356" y="2951457"/>
            <a:ext cx="129310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개수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622AA9A-0976-0CEC-3E21-40D256EB6F20}"/>
              </a:ext>
            </a:extLst>
          </p:cNvPr>
          <p:cNvSpPr/>
          <p:nvPr/>
        </p:nvSpPr>
        <p:spPr>
          <a:xfrm>
            <a:off x="6610110" y="2541871"/>
            <a:ext cx="129310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주문일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5E25CCB-1177-4373-AB08-DCC6211154AF}"/>
              </a:ext>
            </a:extLst>
          </p:cNvPr>
          <p:cNvSpPr/>
          <p:nvPr/>
        </p:nvSpPr>
        <p:spPr>
          <a:xfrm>
            <a:off x="6554397" y="2951457"/>
            <a:ext cx="1404526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주문상태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1BD4425-9355-F850-561D-928E91C74A1E}"/>
              </a:ext>
            </a:extLst>
          </p:cNvPr>
          <p:cNvSpPr/>
          <p:nvPr/>
        </p:nvSpPr>
        <p:spPr>
          <a:xfrm>
            <a:off x="1228436" y="701964"/>
            <a:ext cx="10693269" cy="1056409"/>
          </a:xfrm>
          <a:prstGeom prst="rect">
            <a:avLst/>
          </a:prstGeom>
          <a:solidFill>
            <a:schemeClr val="bg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검색조건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C211D80-A88C-E6FF-6138-0127772B71D0}"/>
              </a:ext>
            </a:extLst>
          </p:cNvPr>
          <p:cNvSpPr/>
          <p:nvPr/>
        </p:nvSpPr>
        <p:spPr>
          <a:xfrm>
            <a:off x="10882743" y="1173024"/>
            <a:ext cx="856213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검색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68FBBA0-8698-D53D-822B-56F545F85449}"/>
              </a:ext>
            </a:extLst>
          </p:cNvPr>
          <p:cNvSpPr/>
          <p:nvPr/>
        </p:nvSpPr>
        <p:spPr>
          <a:xfrm>
            <a:off x="7608498" y="1256152"/>
            <a:ext cx="3103018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6CC8432-5409-4B76-457A-ACFD11F3A4BD}"/>
              </a:ext>
            </a:extLst>
          </p:cNvPr>
          <p:cNvSpPr/>
          <p:nvPr/>
        </p:nvSpPr>
        <p:spPr>
          <a:xfrm>
            <a:off x="6240642" y="1209358"/>
            <a:ext cx="1265384" cy="42025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dirty="0">
                <a:solidFill>
                  <a:schemeClr val="tx1"/>
                </a:solidFill>
              </a:rPr>
              <a:t>상세분류</a:t>
            </a:r>
          </a:p>
        </p:txBody>
      </p:sp>
      <p:sp>
        <p:nvSpPr>
          <p:cNvPr id="23" name="이등변 삼각형 22">
            <a:extLst>
              <a:ext uri="{FF2B5EF4-FFF2-40B4-BE49-F238E27FC236}">
                <a16:creationId xmlns:a16="http://schemas.microsoft.com/office/drawing/2014/main" id="{E40CAF1D-9E2E-9868-AA68-FA65A1FFFB8E}"/>
              </a:ext>
            </a:extLst>
          </p:cNvPr>
          <p:cNvSpPr/>
          <p:nvPr/>
        </p:nvSpPr>
        <p:spPr>
          <a:xfrm flipV="1">
            <a:off x="6425370" y="1283808"/>
            <a:ext cx="286328" cy="260986"/>
          </a:xfrm>
          <a:prstGeom prst="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AFED0C0-B5AC-B87A-4E1B-702790F519FE}"/>
              </a:ext>
            </a:extLst>
          </p:cNvPr>
          <p:cNvSpPr/>
          <p:nvPr/>
        </p:nvSpPr>
        <p:spPr>
          <a:xfrm>
            <a:off x="4880589" y="1213466"/>
            <a:ext cx="1265384" cy="42025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분류</a:t>
            </a:r>
          </a:p>
        </p:txBody>
      </p:sp>
      <p:sp>
        <p:nvSpPr>
          <p:cNvPr id="26" name="이등변 삼각형 25">
            <a:extLst>
              <a:ext uri="{FF2B5EF4-FFF2-40B4-BE49-F238E27FC236}">
                <a16:creationId xmlns:a16="http://schemas.microsoft.com/office/drawing/2014/main" id="{27F3EBAA-6A16-B58D-53FD-D89E164F3F3D}"/>
              </a:ext>
            </a:extLst>
          </p:cNvPr>
          <p:cNvSpPr/>
          <p:nvPr/>
        </p:nvSpPr>
        <p:spPr>
          <a:xfrm flipV="1">
            <a:off x="5065317" y="1296542"/>
            <a:ext cx="286328" cy="260986"/>
          </a:xfrm>
          <a:prstGeom prst="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8058573-6DE7-582B-1568-6D3D97C3DD39}"/>
              </a:ext>
            </a:extLst>
          </p:cNvPr>
          <p:cNvSpPr/>
          <p:nvPr/>
        </p:nvSpPr>
        <p:spPr>
          <a:xfrm>
            <a:off x="10597480" y="3580345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주문취소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EFB51F7-BCD6-DE57-8958-E08DF0DDE739}"/>
              </a:ext>
            </a:extLst>
          </p:cNvPr>
          <p:cNvSpPr/>
          <p:nvPr/>
        </p:nvSpPr>
        <p:spPr>
          <a:xfrm>
            <a:off x="1287888" y="4307114"/>
            <a:ext cx="10633816" cy="217483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D74921E-E47D-863A-FE5A-3F9E66CD42C2}"/>
              </a:ext>
            </a:extLst>
          </p:cNvPr>
          <p:cNvSpPr/>
          <p:nvPr/>
        </p:nvSpPr>
        <p:spPr>
          <a:xfrm>
            <a:off x="1393198" y="4496175"/>
            <a:ext cx="1539783" cy="1735602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이미지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8E4F060-7601-BE8C-E304-5572B3B135E1}"/>
              </a:ext>
            </a:extLst>
          </p:cNvPr>
          <p:cNvSpPr/>
          <p:nvPr/>
        </p:nvSpPr>
        <p:spPr>
          <a:xfrm>
            <a:off x="2924356" y="4831377"/>
            <a:ext cx="1874983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가격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FE6533E-94F8-EC2F-375B-4A0CEFF74834}"/>
              </a:ext>
            </a:extLst>
          </p:cNvPr>
          <p:cNvSpPr/>
          <p:nvPr/>
        </p:nvSpPr>
        <p:spPr>
          <a:xfrm>
            <a:off x="2934735" y="4421790"/>
            <a:ext cx="5194902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상품명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21D3473-0E6B-35ED-292B-9B4782F0F3D6}"/>
              </a:ext>
            </a:extLst>
          </p:cNvPr>
          <p:cNvSpPr/>
          <p:nvPr/>
        </p:nvSpPr>
        <p:spPr>
          <a:xfrm>
            <a:off x="2924356" y="5240964"/>
            <a:ext cx="129310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개수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409D63C-C078-1EB5-A393-AA42C2960F74}"/>
              </a:ext>
            </a:extLst>
          </p:cNvPr>
          <p:cNvSpPr/>
          <p:nvPr/>
        </p:nvSpPr>
        <p:spPr>
          <a:xfrm>
            <a:off x="6610110" y="4831378"/>
            <a:ext cx="129310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주문일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DE8E569-82BB-B23A-2FBA-055B61CC71DF}"/>
              </a:ext>
            </a:extLst>
          </p:cNvPr>
          <p:cNvSpPr/>
          <p:nvPr/>
        </p:nvSpPr>
        <p:spPr>
          <a:xfrm>
            <a:off x="6554397" y="5240964"/>
            <a:ext cx="1404526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주문상태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44A8C40-C5F7-FE43-F099-AA6A04DA79B6}"/>
              </a:ext>
            </a:extLst>
          </p:cNvPr>
          <p:cNvSpPr/>
          <p:nvPr/>
        </p:nvSpPr>
        <p:spPr>
          <a:xfrm>
            <a:off x="10597480" y="5869852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주문취소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2DA7CB-1223-0F68-2168-741860B06725}"/>
              </a:ext>
            </a:extLst>
          </p:cNvPr>
          <p:cNvSpPr txBox="1"/>
          <p:nvPr/>
        </p:nvSpPr>
        <p:spPr>
          <a:xfrm>
            <a:off x="1287887" y="1238926"/>
            <a:ext cx="937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주문일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D280E64-5B15-E231-06AB-12E1431AA1F6}"/>
              </a:ext>
            </a:extLst>
          </p:cNvPr>
          <p:cNvSpPr/>
          <p:nvPr/>
        </p:nvSpPr>
        <p:spPr>
          <a:xfrm>
            <a:off x="2137094" y="1256152"/>
            <a:ext cx="1152000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2025-01-01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F679209-24F6-8474-3E91-A5BE293D2E33}"/>
              </a:ext>
            </a:extLst>
          </p:cNvPr>
          <p:cNvSpPr/>
          <p:nvPr/>
        </p:nvSpPr>
        <p:spPr>
          <a:xfrm>
            <a:off x="3613325" y="1256152"/>
            <a:ext cx="1152000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2025-12-31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5D8938-1540-DBEF-F23A-AC391899EF7F}"/>
              </a:ext>
            </a:extLst>
          </p:cNvPr>
          <p:cNvSpPr txBox="1"/>
          <p:nvPr/>
        </p:nvSpPr>
        <p:spPr>
          <a:xfrm>
            <a:off x="3279728" y="1238926"/>
            <a:ext cx="937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~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9193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04A78F2-F9DE-E968-791A-36236F554892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관리자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주문관리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D4DAE2D-C37E-902F-DA60-AC0379A58E5E}"/>
              </a:ext>
            </a:extLst>
          </p:cNvPr>
          <p:cNvSpPr/>
          <p:nvPr/>
        </p:nvSpPr>
        <p:spPr>
          <a:xfrm>
            <a:off x="581890" y="701964"/>
            <a:ext cx="11046690" cy="1056409"/>
          </a:xfrm>
          <a:prstGeom prst="rect">
            <a:avLst/>
          </a:prstGeom>
          <a:solidFill>
            <a:schemeClr val="bg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검색조건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5515E8E-EDA8-E87D-D168-0EDDAF775FDF}"/>
              </a:ext>
            </a:extLst>
          </p:cNvPr>
          <p:cNvSpPr/>
          <p:nvPr/>
        </p:nvSpPr>
        <p:spPr>
          <a:xfrm>
            <a:off x="10419771" y="1213414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검색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4B95C48-01DD-BAEB-BB4B-5AB6C61E866B}"/>
              </a:ext>
            </a:extLst>
          </p:cNvPr>
          <p:cNvSpPr/>
          <p:nvPr/>
        </p:nvSpPr>
        <p:spPr>
          <a:xfrm>
            <a:off x="1506107" y="1304564"/>
            <a:ext cx="1265384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83ACDFD-6D7A-157E-5387-A8BDD22564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455858"/>
              </p:ext>
            </p:extLst>
          </p:nvPr>
        </p:nvGraphicFramePr>
        <p:xfrm>
          <a:off x="92364" y="2443091"/>
          <a:ext cx="12016510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651">
                  <a:extLst>
                    <a:ext uri="{9D8B030D-6E8A-4147-A177-3AD203B41FA5}">
                      <a16:colId xmlns:a16="http://schemas.microsoft.com/office/drawing/2014/main" val="920072417"/>
                    </a:ext>
                  </a:extLst>
                </a:gridCol>
                <a:gridCol w="1201651">
                  <a:extLst>
                    <a:ext uri="{9D8B030D-6E8A-4147-A177-3AD203B41FA5}">
                      <a16:colId xmlns:a16="http://schemas.microsoft.com/office/drawing/2014/main" val="892853504"/>
                    </a:ext>
                  </a:extLst>
                </a:gridCol>
                <a:gridCol w="1201651">
                  <a:extLst>
                    <a:ext uri="{9D8B030D-6E8A-4147-A177-3AD203B41FA5}">
                      <a16:colId xmlns:a16="http://schemas.microsoft.com/office/drawing/2014/main" val="2031654049"/>
                    </a:ext>
                  </a:extLst>
                </a:gridCol>
                <a:gridCol w="1201651">
                  <a:extLst>
                    <a:ext uri="{9D8B030D-6E8A-4147-A177-3AD203B41FA5}">
                      <a16:colId xmlns:a16="http://schemas.microsoft.com/office/drawing/2014/main" val="938777188"/>
                    </a:ext>
                  </a:extLst>
                </a:gridCol>
                <a:gridCol w="1201651">
                  <a:extLst>
                    <a:ext uri="{9D8B030D-6E8A-4147-A177-3AD203B41FA5}">
                      <a16:colId xmlns:a16="http://schemas.microsoft.com/office/drawing/2014/main" val="1739274897"/>
                    </a:ext>
                  </a:extLst>
                </a:gridCol>
                <a:gridCol w="1201651">
                  <a:extLst>
                    <a:ext uri="{9D8B030D-6E8A-4147-A177-3AD203B41FA5}">
                      <a16:colId xmlns:a16="http://schemas.microsoft.com/office/drawing/2014/main" val="1747542634"/>
                    </a:ext>
                  </a:extLst>
                </a:gridCol>
                <a:gridCol w="1201651">
                  <a:extLst>
                    <a:ext uri="{9D8B030D-6E8A-4147-A177-3AD203B41FA5}">
                      <a16:colId xmlns:a16="http://schemas.microsoft.com/office/drawing/2014/main" val="2931074512"/>
                    </a:ext>
                  </a:extLst>
                </a:gridCol>
                <a:gridCol w="1201651">
                  <a:extLst>
                    <a:ext uri="{9D8B030D-6E8A-4147-A177-3AD203B41FA5}">
                      <a16:colId xmlns:a16="http://schemas.microsoft.com/office/drawing/2014/main" val="3669383643"/>
                    </a:ext>
                  </a:extLst>
                </a:gridCol>
                <a:gridCol w="1201651">
                  <a:extLst>
                    <a:ext uri="{9D8B030D-6E8A-4147-A177-3AD203B41FA5}">
                      <a16:colId xmlns:a16="http://schemas.microsoft.com/office/drawing/2014/main" val="3165660754"/>
                    </a:ext>
                  </a:extLst>
                </a:gridCol>
                <a:gridCol w="1201651">
                  <a:extLst>
                    <a:ext uri="{9D8B030D-6E8A-4147-A177-3AD203B41FA5}">
                      <a16:colId xmlns:a16="http://schemas.microsoft.com/office/drawing/2014/main" val="40081969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상품명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주문자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주문일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구매일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개수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가격합계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주문자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구매액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주문상태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1869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상품</a:t>
                      </a:r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2025-12-02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2025-12-03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10,000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90,000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구매요청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상세보기</a:t>
                      </a: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938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상품</a:t>
                      </a:r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2025-12-02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2025-12-03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10,000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10,000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90,000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배송중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상세보기</a:t>
                      </a: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8581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상품</a:t>
                      </a:r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2025-12-02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2025-12-03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10,000</a:t>
                      </a:r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10,000</a:t>
                      </a:r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90,000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미결제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상세보기</a:t>
                      </a: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9769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상품</a:t>
                      </a:r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2025-12-02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2025-12-03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10,000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10,000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90,000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구매완료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상세보기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7153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상품</a:t>
                      </a:r>
                      <a:r>
                        <a:rPr lang="en-US" altLang="ko-KR" sz="1400" dirty="0"/>
                        <a:t>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2025-12-02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2025-12-03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10,000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10,000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90,000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품절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상세보기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3095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신규상품</a:t>
                      </a:r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홍길동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2025-12-02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2025-12-03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10,000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30,000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90,000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상세보기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2138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신규상품</a:t>
                      </a:r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홍길동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2025-12-02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2025-12-03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90,000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상세보기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2392383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899C888-AE2B-2D8A-BE40-C5D80E96A700}"/>
              </a:ext>
            </a:extLst>
          </p:cNvPr>
          <p:cNvSpPr/>
          <p:nvPr/>
        </p:nvSpPr>
        <p:spPr>
          <a:xfrm>
            <a:off x="8982360" y="1261878"/>
            <a:ext cx="1265384" cy="42025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상태</a:t>
            </a:r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7830ADD7-F882-CCCA-DBEF-6AB70C2F465F}"/>
              </a:ext>
            </a:extLst>
          </p:cNvPr>
          <p:cNvSpPr/>
          <p:nvPr/>
        </p:nvSpPr>
        <p:spPr>
          <a:xfrm flipV="1">
            <a:off x="9167088" y="1344954"/>
            <a:ext cx="286328" cy="260986"/>
          </a:xfrm>
          <a:prstGeom prst="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A265BDF-1CE1-D659-5EFE-66DD1714464E}"/>
              </a:ext>
            </a:extLst>
          </p:cNvPr>
          <p:cNvSpPr/>
          <p:nvPr/>
        </p:nvSpPr>
        <p:spPr>
          <a:xfrm>
            <a:off x="237835" y="1261878"/>
            <a:ext cx="1265384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상품명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8B40AC5-9A87-257A-F380-46F589E0E03B}"/>
              </a:ext>
            </a:extLst>
          </p:cNvPr>
          <p:cNvSpPr/>
          <p:nvPr/>
        </p:nvSpPr>
        <p:spPr>
          <a:xfrm>
            <a:off x="5921671" y="1304564"/>
            <a:ext cx="1265384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D72C599-F48D-FF83-64CD-B8E892854050}"/>
              </a:ext>
            </a:extLst>
          </p:cNvPr>
          <p:cNvSpPr/>
          <p:nvPr/>
        </p:nvSpPr>
        <p:spPr>
          <a:xfrm>
            <a:off x="4653399" y="1261878"/>
            <a:ext cx="1265384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구매일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6A3151D-3FEB-D873-4847-66ED5F928203}"/>
              </a:ext>
            </a:extLst>
          </p:cNvPr>
          <p:cNvSpPr/>
          <p:nvPr/>
        </p:nvSpPr>
        <p:spPr>
          <a:xfrm>
            <a:off x="7499348" y="1304564"/>
            <a:ext cx="1265384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E1CE3FB-BD98-E7C4-0D65-C6747C4215E2}"/>
              </a:ext>
            </a:extLst>
          </p:cNvPr>
          <p:cNvSpPr/>
          <p:nvPr/>
        </p:nvSpPr>
        <p:spPr>
          <a:xfrm>
            <a:off x="6713971" y="1261878"/>
            <a:ext cx="1265384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~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71E48C8-7563-DFC3-8D9B-4C350A14A6BE}"/>
              </a:ext>
            </a:extLst>
          </p:cNvPr>
          <p:cNvSpPr/>
          <p:nvPr/>
        </p:nvSpPr>
        <p:spPr>
          <a:xfrm>
            <a:off x="3708414" y="1304564"/>
            <a:ext cx="1265384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EF8617F-65EE-24AD-EBF5-EA7A00B96819}"/>
              </a:ext>
            </a:extLst>
          </p:cNvPr>
          <p:cNvSpPr/>
          <p:nvPr/>
        </p:nvSpPr>
        <p:spPr>
          <a:xfrm>
            <a:off x="2440142" y="1261878"/>
            <a:ext cx="1265384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주문자</a:t>
            </a:r>
          </a:p>
        </p:txBody>
      </p:sp>
    </p:spTree>
    <p:extLst>
      <p:ext uri="{BB962C8B-B14F-4D97-AF65-F5344CB8AC3E}">
        <p14:creationId xmlns:p14="http://schemas.microsoft.com/office/powerpoint/2010/main" val="2670772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C9325-7BEC-F5B0-2311-D26F7A179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DB60BAA-2A4B-F41C-44EB-A7D6BE8AACFF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관리자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사용자관리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FE0F227-6858-E994-C114-6B581AE4B00D}"/>
              </a:ext>
            </a:extLst>
          </p:cNvPr>
          <p:cNvSpPr/>
          <p:nvPr/>
        </p:nvSpPr>
        <p:spPr>
          <a:xfrm>
            <a:off x="581890" y="701964"/>
            <a:ext cx="11046690" cy="1056409"/>
          </a:xfrm>
          <a:prstGeom prst="rect">
            <a:avLst/>
          </a:prstGeom>
          <a:solidFill>
            <a:schemeClr val="bg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검색조건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791E6E7-1C37-CAC8-2F90-17128C9CD359}"/>
              </a:ext>
            </a:extLst>
          </p:cNvPr>
          <p:cNvSpPr/>
          <p:nvPr/>
        </p:nvSpPr>
        <p:spPr>
          <a:xfrm>
            <a:off x="10419771" y="1213414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검색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64F9258-75DC-56C6-BD13-040E8FF66BF4}"/>
              </a:ext>
            </a:extLst>
          </p:cNvPr>
          <p:cNvSpPr/>
          <p:nvPr/>
        </p:nvSpPr>
        <p:spPr>
          <a:xfrm>
            <a:off x="2049032" y="1304564"/>
            <a:ext cx="2122918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88F703E-6AA5-ECF1-F226-17D2F27BEBD8}"/>
              </a:ext>
            </a:extLst>
          </p:cNvPr>
          <p:cNvSpPr/>
          <p:nvPr/>
        </p:nvSpPr>
        <p:spPr>
          <a:xfrm>
            <a:off x="590259" y="1261878"/>
            <a:ext cx="1438565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아이디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이름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73F1DACC-E54F-8DE8-BCC2-190DFC280B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583935"/>
              </p:ext>
            </p:extLst>
          </p:nvPr>
        </p:nvGraphicFramePr>
        <p:xfrm>
          <a:off x="581888" y="2204966"/>
          <a:ext cx="11046690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115">
                  <a:extLst>
                    <a:ext uri="{9D8B030D-6E8A-4147-A177-3AD203B41FA5}">
                      <a16:colId xmlns:a16="http://schemas.microsoft.com/office/drawing/2014/main" val="920072417"/>
                    </a:ext>
                  </a:extLst>
                </a:gridCol>
                <a:gridCol w="1841115">
                  <a:extLst>
                    <a:ext uri="{9D8B030D-6E8A-4147-A177-3AD203B41FA5}">
                      <a16:colId xmlns:a16="http://schemas.microsoft.com/office/drawing/2014/main" val="892853504"/>
                    </a:ext>
                  </a:extLst>
                </a:gridCol>
                <a:gridCol w="1841115">
                  <a:extLst>
                    <a:ext uri="{9D8B030D-6E8A-4147-A177-3AD203B41FA5}">
                      <a16:colId xmlns:a16="http://schemas.microsoft.com/office/drawing/2014/main" val="433955903"/>
                    </a:ext>
                  </a:extLst>
                </a:gridCol>
                <a:gridCol w="1841115">
                  <a:extLst>
                    <a:ext uri="{9D8B030D-6E8A-4147-A177-3AD203B41FA5}">
                      <a16:colId xmlns:a16="http://schemas.microsoft.com/office/drawing/2014/main" val="2031654049"/>
                    </a:ext>
                  </a:extLst>
                </a:gridCol>
                <a:gridCol w="1841115">
                  <a:extLst>
                    <a:ext uri="{9D8B030D-6E8A-4147-A177-3AD203B41FA5}">
                      <a16:colId xmlns:a16="http://schemas.microsoft.com/office/drawing/2014/main" val="4131685053"/>
                    </a:ext>
                  </a:extLst>
                </a:gridCol>
                <a:gridCol w="1841115">
                  <a:extLst>
                    <a:ext uri="{9D8B030D-6E8A-4147-A177-3AD203B41FA5}">
                      <a16:colId xmlns:a16="http://schemas.microsoft.com/office/drawing/2014/main" val="40081969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아이디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사용여부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AI Open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크레딧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1869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수정</a:t>
                      </a: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938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수정</a:t>
                      </a: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8581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수정</a:t>
                      </a: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9769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수정</a:t>
                      </a: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7153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수정</a:t>
                      </a: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3095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수정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2138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수정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2392383"/>
                  </a:ext>
                </a:extLst>
              </a:tr>
            </a:tbl>
          </a:graphicData>
        </a:graphic>
      </p:graphicFrame>
      <p:sp>
        <p:nvSpPr>
          <p:cNvPr id="31" name="직사각형 30">
            <a:extLst>
              <a:ext uri="{FF2B5EF4-FFF2-40B4-BE49-F238E27FC236}">
                <a16:creationId xmlns:a16="http://schemas.microsoft.com/office/drawing/2014/main" id="{0C26CD1E-2F71-EFF1-3E00-7CD9E6A9952C}"/>
              </a:ext>
            </a:extLst>
          </p:cNvPr>
          <p:cNvSpPr/>
          <p:nvPr/>
        </p:nvSpPr>
        <p:spPr>
          <a:xfrm>
            <a:off x="10419771" y="6156036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</p:spTree>
    <p:extLst>
      <p:ext uri="{BB962C8B-B14F-4D97-AF65-F5344CB8AC3E}">
        <p14:creationId xmlns:p14="http://schemas.microsoft.com/office/powerpoint/2010/main" val="3270502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EC6B6-8B9D-AECE-3D5E-2875BC20F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5A885C9-8E20-9F3B-84B1-A40DF342EFFC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관리자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사용자관리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8F40074-8AF1-1519-3C96-10CBE9E44BB1}"/>
              </a:ext>
            </a:extLst>
          </p:cNvPr>
          <p:cNvSpPr/>
          <p:nvPr/>
        </p:nvSpPr>
        <p:spPr>
          <a:xfrm>
            <a:off x="581890" y="840318"/>
            <a:ext cx="11046690" cy="631730"/>
          </a:xfrm>
          <a:prstGeom prst="rect">
            <a:avLst/>
          </a:prstGeom>
          <a:solidFill>
            <a:schemeClr val="bg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5D6624-8AE8-0EED-687B-5882F593ADE5}"/>
              </a:ext>
            </a:extLst>
          </p:cNvPr>
          <p:cNvSpPr/>
          <p:nvPr/>
        </p:nvSpPr>
        <p:spPr>
          <a:xfrm>
            <a:off x="10419771" y="927089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검색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E8E4D0F-3A90-0734-8532-90AA1C8BDB24}"/>
              </a:ext>
            </a:extLst>
          </p:cNvPr>
          <p:cNvSpPr/>
          <p:nvPr/>
        </p:nvSpPr>
        <p:spPr>
          <a:xfrm>
            <a:off x="2049032" y="1018239"/>
            <a:ext cx="2122918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8A2953A-3F94-91D7-34E6-CACE3BF4569F}"/>
              </a:ext>
            </a:extLst>
          </p:cNvPr>
          <p:cNvSpPr/>
          <p:nvPr/>
        </p:nvSpPr>
        <p:spPr>
          <a:xfrm>
            <a:off x="590259" y="975553"/>
            <a:ext cx="1438565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아이디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이름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38C1DF0-58C0-B39A-1F22-EB8023BE892F}"/>
              </a:ext>
            </a:extLst>
          </p:cNvPr>
          <p:cNvSpPr/>
          <p:nvPr/>
        </p:nvSpPr>
        <p:spPr>
          <a:xfrm>
            <a:off x="9938326" y="6202216"/>
            <a:ext cx="1649844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사용자 생성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7FD372-8D29-107F-2F11-1142988B2766}"/>
              </a:ext>
            </a:extLst>
          </p:cNvPr>
          <p:cNvSpPr/>
          <p:nvPr/>
        </p:nvSpPr>
        <p:spPr>
          <a:xfrm>
            <a:off x="572655" y="1649969"/>
            <a:ext cx="11046690" cy="217483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DD52D1E-4E8A-15DB-495F-46C99F0DA0BB}"/>
              </a:ext>
            </a:extLst>
          </p:cNvPr>
          <p:cNvSpPr/>
          <p:nvPr/>
        </p:nvSpPr>
        <p:spPr>
          <a:xfrm>
            <a:off x="2209123" y="2174232"/>
            <a:ext cx="1874983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이름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7ACA568-7F8D-2F2F-B5C3-7CDB3478BA7A}"/>
              </a:ext>
            </a:extLst>
          </p:cNvPr>
          <p:cNvSpPr/>
          <p:nvPr/>
        </p:nvSpPr>
        <p:spPr>
          <a:xfrm>
            <a:off x="2209123" y="1764645"/>
            <a:ext cx="5194902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아이디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E0696C9-B8BE-03D1-7492-C18A696BC396}"/>
              </a:ext>
            </a:extLst>
          </p:cNvPr>
          <p:cNvSpPr/>
          <p:nvPr/>
        </p:nvSpPr>
        <p:spPr>
          <a:xfrm>
            <a:off x="2209123" y="2583819"/>
            <a:ext cx="1638407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사용여부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033AD6D-36D4-9C55-9297-2F65AA8C9A59}"/>
              </a:ext>
            </a:extLst>
          </p:cNvPr>
          <p:cNvSpPr/>
          <p:nvPr/>
        </p:nvSpPr>
        <p:spPr>
          <a:xfrm>
            <a:off x="2209123" y="2987355"/>
            <a:ext cx="129310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{{AI Open}}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3035262-6113-73BE-A8B5-6ACAF4D94306}"/>
              </a:ext>
            </a:extLst>
          </p:cNvPr>
          <p:cNvSpPr/>
          <p:nvPr/>
        </p:nvSpPr>
        <p:spPr>
          <a:xfrm>
            <a:off x="2209123" y="3396941"/>
            <a:ext cx="1404526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크레딧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E85B32C-116E-9A8B-D171-3C86DB20119B}"/>
              </a:ext>
            </a:extLst>
          </p:cNvPr>
          <p:cNvSpPr/>
          <p:nvPr/>
        </p:nvSpPr>
        <p:spPr>
          <a:xfrm>
            <a:off x="10296747" y="3195174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저장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CFE8250-38C4-FC0B-D562-752C864A00E8}"/>
              </a:ext>
            </a:extLst>
          </p:cNvPr>
          <p:cNvSpPr/>
          <p:nvPr/>
        </p:nvSpPr>
        <p:spPr>
          <a:xfrm>
            <a:off x="804702" y="2174232"/>
            <a:ext cx="1874983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이름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B894C48-84FC-34CB-1714-68B2C4A594E6}"/>
              </a:ext>
            </a:extLst>
          </p:cNvPr>
          <p:cNvSpPr/>
          <p:nvPr/>
        </p:nvSpPr>
        <p:spPr>
          <a:xfrm>
            <a:off x="804702" y="1764645"/>
            <a:ext cx="5194902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아이디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4EEB25E-4FC6-0E09-37A9-AC24004D8BD6}"/>
              </a:ext>
            </a:extLst>
          </p:cNvPr>
          <p:cNvSpPr/>
          <p:nvPr/>
        </p:nvSpPr>
        <p:spPr>
          <a:xfrm>
            <a:off x="804702" y="2583819"/>
            <a:ext cx="1638407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사용여부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BFBAD50-B055-4444-5A52-6D5A80941326}"/>
              </a:ext>
            </a:extLst>
          </p:cNvPr>
          <p:cNvSpPr/>
          <p:nvPr/>
        </p:nvSpPr>
        <p:spPr>
          <a:xfrm>
            <a:off x="804702" y="2987355"/>
            <a:ext cx="129310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AI Open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2B3040D-1E56-E084-8BB0-35D1FA0A5B3C}"/>
              </a:ext>
            </a:extLst>
          </p:cNvPr>
          <p:cNvSpPr/>
          <p:nvPr/>
        </p:nvSpPr>
        <p:spPr>
          <a:xfrm>
            <a:off x="804702" y="3396941"/>
            <a:ext cx="1404526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크레딧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20E467B-5C3B-44F1-5C60-271818D936F8}"/>
              </a:ext>
            </a:extLst>
          </p:cNvPr>
          <p:cNvSpPr/>
          <p:nvPr/>
        </p:nvSpPr>
        <p:spPr>
          <a:xfrm>
            <a:off x="572655" y="3903002"/>
            <a:ext cx="11046690" cy="217483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F8C9977-5B29-3E43-4915-ECFC1EBE125D}"/>
              </a:ext>
            </a:extLst>
          </p:cNvPr>
          <p:cNvSpPr/>
          <p:nvPr/>
        </p:nvSpPr>
        <p:spPr>
          <a:xfrm>
            <a:off x="2209123" y="4427265"/>
            <a:ext cx="1874983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이름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33B6781-A2B5-ABE3-665C-7008DB30D507}"/>
              </a:ext>
            </a:extLst>
          </p:cNvPr>
          <p:cNvSpPr/>
          <p:nvPr/>
        </p:nvSpPr>
        <p:spPr>
          <a:xfrm>
            <a:off x="2209123" y="4017678"/>
            <a:ext cx="5194902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아이디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1443EDF-37D3-58E0-4227-CA4934C7BFAA}"/>
              </a:ext>
            </a:extLst>
          </p:cNvPr>
          <p:cNvSpPr/>
          <p:nvPr/>
        </p:nvSpPr>
        <p:spPr>
          <a:xfrm>
            <a:off x="2209123" y="4836852"/>
            <a:ext cx="1638407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사용여부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C4665B2-1B25-04DC-18AF-78E0B9F16258}"/>
              </a:ext>
            </a:extLst>
          </p:cNvPr>
          <p:cNvSpPr/>
          <p:nvPr/>
        </p:nvSpPr>
        <p:spPr>
          <a:xfrm>
            <a:off x="2209123" y="5240388"/>
            <a:ext cx="129310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{{AI Open}}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F3080FA-59A2-32B3-C22B-1EC5E35BBA78}"/>
              </a:ext>
            </a:extLst>
          </p:cNvPr>
          <p:cNvSpPr/>
          <p:nvPr/>
        </p:nvSpPr>
        <p:spPr>
          <a:xfrm>
            <a:off x="2209123" y="5649974"/>
            <a:ext cx="1404526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크레딧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447E0FF-6554-1C44-6065-FF0438D2074C}"/>
              </a:ext>
            </a:extLst>
          </p:cNvPr>
          <p:cNvSpPr/>
          <p:nvPr/>
        </p:nvSpPr>
        <p:spPr>
          <a:xfrm>
            <a:off x="10296747" y="5448207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저장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6507DC4-A089-78E9-E73E-21534D273A3A}"/>
              </a:ext>
            </a:extLst>
          </p:cNvPr>
          <p:cNvSpPr/>
          <p:nvPr/>
        </p:nvSpPr>
        <p:spPr>
          <a:xfrm>
            <a:off x="804702" y="4427265"/>
            <a:ext cx="1874983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이름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10BD1F0-D28A-F70D-373A-7091F53E70E5}"/>
              </a:ext>
            </a:extLst>
          </p:cNvPr>
          <p:cNvSpPr/>
          <p:nvPr/>
        </p:nvSpPr>
        <p:spPr>
          <a:xfrm>
            <a:off x="804702" y="4017678"/>
            <a:ext cx="5194902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아이디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94D60DD-17C9-5ECB-D624-1E6647F54160}"/>
              </a:ext>
            </a:extLst>
          </p:cNvPr>
          <p:cNvSpPr/>
          <p:nvPr/>
        </p:nvSpPr>
        <p:spPr>
          <a:xfrm>
            <a:off x="804702" y="4836852"/>
            <a:ext cx="1638407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사용여부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373780B-B622-0039-78C3-71EC942CA66E}"/>
              </a:ext>
            </a:extLst>
          </p:cNvPr>
          <p:cNvSpPr/>
          <p:nvPr/>
        </p:nvSpPr>
        <p:spPr>
          <a:xfrm>
            <a:off x="804702" y="5240388"/>
            <a:ext cx="129310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AI Open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B587A4F-3600-9A2A-B818-44C21FB61AAE}"/>
              </a:ext>
            </a:extLst>
          </p:cNvPr>
          <p:cNvSpPr/>
          <p:nvPr/>
        </p:nvSpPr>
        <p:spPr>
          <a:xfrm>
            <a:off x="804702" y="5649974"/>
            <a:ext cx="1404526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크레딧</a:t>
            </a:r>
          </a:p>
        </p:txBody>
      </p:sp>
    </p:spTree>
    <p:extLst>
      <p:ext uri="{BB962C8B-B14F-4D97-AF65-F5344CB8AC3E}">
        <p14:creationId xmlns:p14="http://schemas.microsoft.com/office/powerpoint/2010/main" val="1620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048AF-A11D-9D3D-7E23-8BB5D9441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C364FE9-F55A-00F8-E5A3-4986DAC50C9F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로그인 로그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9F09ABD-CF82-04A4-F2E0-637D64AAF7A0}"/>
              </a:ext>
            </a:extLst>
          </p:cNvPr>
          <p:cNvSpPr/>
          <p:nvPr/>
        </p:nvSpPr>
        <p:spPr>
          <a:xfrm>
            <a:off x="581890" y="703953"/>
            <a:ext cx="11046690" cy="631729"/>
          </a:xfrm>
          <a:prstGeom prst="rect">
            <a:avLst/>
          </a:prstGeom>
          <a:solidFill>
            <a:schemeClr val="bg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651F9C7-2965-7718-1E4A-6F49A6F966C5}"/>
              </a:ext>
            </a:extLst>
          </p:cNvPr>
          <p:cNvSpPr/>
          <p:nvPr/>
        </p:nvSpPr>
        <p:spPr>
          <a:xfrm>
            <a:off x="10419771" y="790724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검색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99DC26-69A2-5826-E905-C1D8CC195A28}"/>
              </a:ext>
            </a:extLst>
          </p:cNvPr>
          <p:cNvSpPr/>
          <p:nvPr/>
        </p:nvSpPr>
        <p:spPr>
          <a:xfrm>
            <a:off x="5836035" y="881874"/>
            <a:ext cx="4369014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6B19940-43D8-4538-0893-7A21083E7FD3}"/>
              </a:ext>
            </a:extLst>
          </p:cNvPr>
          <p:cNvSpPr/>
          <p:nvPr/>
        </p:nvSpPr>
        <p:spPr>
          <a:xfrm>
            <a:off x="4377262" y="839188"/>
            <a:ext cx="1438565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검색어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C58C9D36-4B6B-F4F2-A1E9-E76C4C67CB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797980"/>
              </p:ext>
            </p:extLst>
          </p:nvPr>
        </p:nvGraphicFramePr>
        <p:xfrm>
          <a:off x="581890" y="1535211"/>
          <a:ext cx="11046691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9658">
                  <a:extLst>
                    <a:ext uri="{9D8B030D-6E8A-4147-A177-3AD203B41FA5}">
                      <a16:colId xmlns:a16="http://schemas.microsoft.com/office/drawing/2014/main" val="920072417"/>
                    </a:ext>
                  </a:extLst>
                </a:gridCol>
                <a:gridCol w="2643687">
                  <a:extLst>
                    <a:ext uri="{9D8B030D-6E8A-4147-A177-3AD203B41FA5}">
                      <a16:colId xmlns:a16="http://schemas.microsoft.com/office/drawing/2014/main" val="892853504"/>
                    </a:ext>
                  </a:extLst>
                </a:gridCol>
                <a:gridCol w="2761673">
                  <a:extLst>
                    <a:ext uri="{9D8B030D-6E8A-4147-A177-3AD203B41FA5}">
                      <a16:colId xmlns:a16="http://schemas.microsoft.com/office/drawing/2014/main" val="433955903"/>
                    </a:ext>
                  </a:extLst>
                </a:gridCol>
                <a:gridCol w="2761673">
                  <a:extLst>
                    <a:ext uri="{9D8B030D-6E8A-4147-A177-3AD203B41FA5}">
                      <a16:colId xmlns:a16="http://schemas.microsoft.com/office/drawing/2014/main" val="2031654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아이디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아이피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1869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2025-12-29 13:36:05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user1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192.123.123.123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로그인</a:t>
                      </a:r>
                      <a:endParaRPr lang="en-US" altLang="ko-K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6938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2025-12-29 13:36:05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user1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192.123.123.123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로그아웃</a:t>
                      </a:r>
                      <a:endParaRPr lang="en-US" altLang="ko-K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8581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9769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7153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3095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2138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2392383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E117318D-04A4-7F22-C2D4-C090DB835019}"/>
              </a:ext>
            </a:extLst>
          </p:cNvPr>
          <p:cNvSpPr/>
          <p:nvPr/>
        </p:nvSpPr>
        <p:spPr>
          <a:xfrm>
            <a:off x="1582734" y="881874"/>
            <a:ext cx="1265384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3714894-C84F-38BC-9399-F205680BBA2E}"/>
              </a:ext>
            </a:extLst>
          </p:cNvPr>
          <p:cNvSpPr/>
          <p:nvPr/>
        </p:nvSpPr>
        <p:spPr>
          <a:xfrm>
            <a:off x="314462" y="839188"/>
            <a:ext cx="1265384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일시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B3EC5B7-329F-D817-27B8-360CC2F884CF}"/>
              </a:ext>
            </a:extLst>
          </p:cNvPr>
          <p:cNvSpPr/>
          <p:nvPr/>
        </p:nvSpPr>
        <p:spPr>
          <a:xfrm>
            <a:off x="3160411" y="881874"/>
            <a:ext cx="1265384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358F7DA-6E70-D8B4-4824-0BFBD5F37483}"/>
              </a:ext>
            </a:extLst>
          </p:cNvPr>
          <p:cNvSpPr/>
          <p:nvPr/>
        </p:nvSpPr>
        <p:spPr>
          <a:xfrm>
            <a:off x="2375034" y="839188"/>
            <a:ext cx="1265384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~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55431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2C7DFEA-8610-F7BE-5802-7CB3D65602B0}"/>
              </a:ext>
            </a:extLst>
          </p:cNvPr>
          <p:cNvSpPr/>
          <p:nvPr/>
        </p:nvSpPr>
        <p:spPr>
          <a:xfrm>
            <a:off x="1851890" y="1155150"/>
            <a:ext cx="7098146" cy="519946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본문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CF6430A-9919-99ED-E786-01AD5A295728}"/>
              </a:ext>
            </a:extLst>
          </p:cNvPr>
          <p:cNvSpPr/>
          <p:nvPr/>
        </p:nvSpPr>
        <p:spPr>
          <a:xfrm>
            <a:off x="237836" y="143165"/>
            <a:ext cx="4262582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우측 메뉴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287D81A-CD0D-091F-5D9A-D150A931C058}"/>
              </a:ext>
            </a:extLst>
          </p:cNvPr>
          <p:cNvSpPr/>
          <p:nvPr/>
        </p:nvSpPr>
        <p:spPr>
          <a:xfrm>
            <a:off x="9504219" y="1155150"/>
            <a:ext cx="2466108" cy="519946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554C76-7B01-05B9-95FB-3069DE05F700}"/>
              </a:ext>
            </a:extLst>
          </p:cNvPr>
          <p:cNvSpPr/>
          <p:nvPr/>
        </p:nvSpPr>
        <p:spPr>
          <a:xfrm>
            <a:off x="9813638" y="3221181"/>
            <a:ext cx="1667162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상품명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2AE601A-97BB-12C6-4D64-0A3E569B1E54}"/>
              </a:ext>
            </a:extLst>
          </p:cNvPr>
          <p:cNvSpPr/>
          <p:nvPr/>
        </p:nvSpPr>
        <p:spPr>
          <a:xfrm>
            <a:off x="9624291" y="1223819"/>
            <a:ext cx="2045856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>
                <a:solidFill>
                  <a:schemeClr val="tx1"/>
                </a:solidFill>
              </a:rPr>
              <a:t>장바구니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578FC79-FE54-43E8-7545-04547929F7F7}"/>
              </a:ext>
            </a:extLst>
          </p:cNvPr>
          <p:cNvSpPr/>
          <p:nvPr/>
        </p:nvSpPr>
        <p:spPr>
          <a:xfrm>
            <a:off x="9813638" y="1644072"/>
            <a:ext cx="1667162" cy="142239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155824A-BA81-77C2-3124-B754EAD68CC1}"/>
              </a:ext>
            </a:extLst>
          </p:cNvPr>
          <p:cNvSpPr/>
          <p:nvPr/>
        </p:nvSpPr>
        <p:spPr>
          <a:xfrm>
            <a:off x="9813638" y="3754884"/>
            <a:ext cx="1667162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가격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471850-461C-8E37-E4AD-D547A2C99125}"/>
              </a:ext>
            </a:extLst>
          </p:cNvPr>
          <p:cNvSpPr/>
          <p:nvPr/>
        </p:nvSpPr>
        <p:spPr>
          <a:xfrm>
            <a:off x="9504219" y="5366322"/>
            <a:ext cx="2445327" cy="97935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03D81A4-F0A9-B197-0257-AB5A9062BF0B}"/>
              </a:ext>
            </a:extLst>
          </p:cNvPr>
          <p:cNvSpPr/>
          <p:nvPr/>
        </p:nvSpPr>
        <p:spPr>
          <a:xfrm>
            <a:off x="9839037" y="5537594"/>
            <a:ext cx="1616364" cy="31765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총액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1BEDFC2-ECEA-D226-71B6-C458813CDBDA}"/>
              </a:ext>
            </a:extLst>
          </p:cNvPr>
          <p:cNvSpPr/>
          <p:nvPr/>
        </p:nvSpPr>
        <p:spPr>
          <a:xfrm>
            <a:off x="10647219" y="5946407"/>
            <a:ext cx="1226127" cy="317650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구매 요청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287549-8A75-AD96-A626-512D6BE93487}"/>
              </a:ext>
            </a:extLst>
          </p:cNvPr>
          <p:cNvSpPr/>
          <p:nvPr/>
        </p:nvSpPr>
        <p:spPr>
          <a:xfrm>
            <a:off x="4807523" y="164748"/>
            <a:ext cx="2068945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~</a:t>
            </a:r>
            <a:r>
              <a:rPr lang="ko-KR" altLang="en-US" dirty="0">
                <a:solidFill>
                  <a:schemeClr val="tx1"/>
                </a:solidFill>
              </a:rPr>
              <a:t>님 환영합니다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662F515-0E24-DFC6-7A21-A36D79757C8A}"/>
              </a:ext>
            </a:extLst>
          </p:cNvPr>
          <p:cNvSpPr/>
          <p:nvPr/>
        </p:nvSpPr>
        <p:spPr>
          <a:xfrm>
            <a:off x="7079670" y="164748"/>
            <a:ext cx="1394690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로그아웃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D692C63-90D6-B220-F5EE-2D12763C21E9}"/>
              </a:ext>
            </a:extLst>
          </p:cNvPr>
          <p:cNvSpPr/>
          <p:nvPr/>
        </p:nvSpPr>
        <p:spPr>
          <a:xfrm>
            <a:off x="8677562" y="182918"/>
            <a:ext cx="1394690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마이페이지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85E7F12-1A2E-C02D-BF4F-D306A6BE12D8}"/>
              </a:ext>
            </a:extLst>
          </p:cNvPr>
          <p:cNvSpPr/>
          <p:nvPr/>
        </p:nvSpPr>
        <p:spPr>
          <a:xfrm>
            <a:off x="10261595" y="182918"/>
            <a:ext cx="1611751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자동로그아웃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87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2C7DFEA-8610-F7BE-5802-7CB3D65602B0}"/>
              </a:ext>
            </a:extLst>
          </p:cNvPr>
          <p:cNvSpPr/>
          <p:nvPr/>
        </p:nvSpPr>
        <p:spPr>
          <a:xfrm>
            <a:off x="1851890" y="2133600"/>
            <a:ext cx="10021456" cy="422101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본문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CF6430A-9919-99ED-E786-01AD5A295728}"/>
              </a:ext>
            </a:extLst>
          </p:cNvPr>
          <p:cNvSpPr/>
          <p:nvPr/>
        </p:nvSpPr>
        <p:spPr>
          <a:xfrm>
            <a:off x="237836" y="143165"/>
            <a:ext cx="4262582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헤더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287549-8A75-AD96-A626-512D6BE93487}"/>
              </a:ext>
            </a:extLst>
          </p:cNvPr>
          <p:cNvSpPr/>
          <p:nvPr/>
        </p:nvSpPr>
        <p:spPr>
          <a:xfrm>
            <a:off x="4807523" y="164748"/>
            <a:ext cx="2068945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~</a:t>
            </a:r>
            <a:r>
              <a:rPr lang="ko-KR" altLang="en-US" dirty="0">
                <a:solidFill>
                  <a:schemeClr val="tx1"/>
                </a:solidFill>
              </a:rPr>
              <a:t>님 환영합니다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662F515-0E24-DFC6-7A21-A36D79757C8A}"/>
              </a:ext>
            </a:extLst>
          </p:cNvPr>
          <p:cNvSpPr/>
          <p:nvPr/>
        </p:nvSpPr>
        <p:spPr>
          <a:xfrm>
            <a:off x="7079670" y="164748"/>
            <a:ext cx="1394690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로그아웃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D692C63-90D6-B220-F5EE-2D12763C21E9}"/>
              </a:ext>
            </a:extLst>
          </p:cNvPr>
          <p:cNvSpPr/>
          <p:nvPr/>
        </p:nvSpPr>
        <p:spPr>
          <a:xfrm>
            <a:off x="8677562" y="182918"/>
            <a:ext cx="1394690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마이페이지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85E7F12-1A2E-C02D-BF4F-D306A6BE12D8}"/>
              </a:ext>
            </a:extLst>
          </p:cNvPr>
          <p:cNvSpPr/>
          <p:nvPr/>
        </p:nvSpPr>
        <p:spPr>
          <a:xfrm>
            <a:off x="10261595" y="182918"/>
            <a:ext cx="1611751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자동로그아웃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9D52DC6-9DD6-E690-73FF-2AAD5E20CF1F}"/>
              </a:ext>
            </a:extLst>
          </p:cNvPr>
          <p:cNvSpPr/>
          <p:nvPr/>
        </p:nvSpPr>
        <p:spPr>
          <a:xfrm>
            <a:off x="8003309" y="1207202"/>
            <a:ext cx="1168401" cy="57265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상품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F7ECC13-7C68-10E9-ECD9-3F058263FB7D}"/>
              </a:ext>
            </a:extLst>
          </p:cNvPr>
          <p:cNvSpPr/>
          <p:nvPr/>
        </p:nvSpPr>
        <p:spPr>
          <a:xfrm>
            <a:off x="10603341" y="1204440"/>
            <a:ext cx="1168401" cy="57817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정보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3F2A11A-E51F-BB0E-02BB-9BD7105D9F93}"/>
              </a:ext>
            </a:extLst>
          </p:cNvPr>
          <p:cNvSpPr/>
          <p:nvPr/>
        </p:nvSpPr>
        <p:spPr>
          <a:xfrm>
            <a:off x="9305634" y="1201678"/>
            <a:ext cx="1168401" cy="57817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게시판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CDB460F-08DD-A2A7-1E44-EB670176588B}"/>
              </a:ext>
            </a:extLst>
          </p:cNvPr>
          <p:cNvSpPr/>
          <p:nvPr/>
        </p:nvSpPr>
        <p:spPr>
          <a:xfrm>
            <a:off x="6700984" y="1207202"/>
            <a:ext cx="1168401" cy="57265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관리자</a:t>
            </a:r>
          </a:p>
        </p:txBody>
      </p:sp>
    </p:spTree>
    <p:extLst>
      <p:ext uri="{BB962C8B-B14F-4D97-AF65-F5344CB8AC3E}">
        <p14:creationId xmlns:p14="http://schemas.microsoft.com/office/powerpoint/2010/main" val="2959278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153A55A-0D5B-FFF8-040F-19F5FD09211A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CASE)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통상적인 질문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ABD207-252A-1DC6-0EB6-167259FDE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71" y="819069"/>
            <a:ext cx="8253147" cy="4978321"/>
          </a:xfrm>
          <a:prstGeom prst="rect">
            <a:avLst/>
          </a:prstGeom>
        </p:spPr>
      </p:pic>
      <p:pic>
        <p:nvPicPr>
          <p:cNvPr id="5" name="그림 4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0FE3F8-BA18-BC2D-D5AF-E86D1A23B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083" y="1536159"/>
            <a:ext cx="8027546" cy="482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2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3E048-F98A-8326-E8F9-3C4B7E6FB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C079154-7073-E166-A9B4-D2C285DEC78D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CASE) DB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조회가 필요한 질문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그림 3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441731-7FE7-44D7-3DEA-42FC668E4C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4123"/>
          <a:stretch>
            <a:fillRect/>
          </a:stretch>
        </p:blipFill>
        <p:spPr>
          <a:xfrm>
            <a:off x="330200" y="2076863"/>
            <a:ext cx="11159838" cy="3279179"/>
          </a:xfrm>
          <a:prstGeom prst="rect">
            <a:avLst/>
          </a:prstGeom>
        </p:spPr>
      </p:pic>
      <p:pic>
        <p:nvPicPr>
          <p:cNvPr id="5" name="그림 4" descr="이전에 답을 주던 통상적인 질문에 대답하지 못하는 상황 발생">
            <a:extLst>
              <a:ext uri="{FF2B5EF4-FFF2-40B4-BE49-F238E27FC236}">
                <a16:creationId xmlns:a16="http://schemas.microsoft.com/office/drawing/2014/main" id="{AAC9CB80-D618-5690-38F2-9FB898A6EA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2620" y="5099066"/>
            <a:ext cx="8373631" cy="133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3525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4D752-358E-B8D5-C053-349A51D0F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CD17A60-FEF6-D6F0-AD38-6E36C4ECE27E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CASE)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프롬프트 설정 차이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ex)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판매단위에 대한 설명을 추가했을 때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E06E285-67FF-0271-5316-0DB01F538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56" y="1838103"/>
            <a:ext cx="10307488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5829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4F29C-6197-DE79-ABFB-ABECEDB8F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647EE40-FD7C-4558-B004-4595C6159EC9}"/>
              </a:ext>
            </a:extLst>
          </p:cNvPr>
          <p:cNvSpPr/>
          <p:nvPr/>
        </p:nvSpPr>
        <p:spPr>
          <a:xfrm>
            <a:off x="237835" y="143165"/>
            <a:ext cx="9915456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CASE)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대량의 텍스트를 분석해야 할 경우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=&gt; </a:t>
            </a:r>
            <a:r>
              <a:rPr lang="ko-KR" altLang="en-US" sz="2400" dirty="0" err="1">
                <a:solidFill>
                  <a:schemeClr val="bg1">
                    <a:lumMod val="50000"/>
                  </a:schemeClr>
                </a:solidFill>
              </a:rPr>
              <a:t>임베딩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ex) 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피부 미백에 좋은 상품은 뭐가 있지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?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그림 3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D7C855-958A-EBF1-9BF3-F63D9EF1B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490" y="1218602"/>
            <a:ext cx="9983593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8004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CA88F-DBA3-8F02-9EE2-6E5FFA7C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DC63469-31B3-5A56-C41A-A1452B92B1BB}"/>
              </a:ext>
            </a:extLst>
          </p:cNvPr>
          <p:cNvSpPr/>
          <p:nvPr/>
        </p:nvSpPr>
        <p:spPr>
          <a:xfrm>
            <a:off x="237835" y="143165"/>
            <a:ext cx="9915456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CASE)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프롬프트 엔지니어링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ex) 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프롬프트 수정 전 후 답변 차이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02B46D-6039-C611-29BD-8B649929C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03" y="1609471"/>
            <a:ext cx="9983593" cy="36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8649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1B640-478C-E21A-D406-A0522F44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614B89F-9785-07AA-BB4E-0B58EF5BF62F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CASE) API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연계가 필요한 질문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ex)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다른 사이트와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최저가 비교</a:t>
            </a:r>
            <a:endParaRPr lang="en-US" altLang="ko-KR" sz="1600" dirty="0">
              <a:solidFill>
                <a:prstClr val="white">
                  <a:lumMod val="50000"/>
                </a:prstClr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12349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7F543-1F4B-8205-1781-19C53AD1F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4F02A2D-768E-7130-C4C8-699F050E06D9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CASE) Business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영역 외 질문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=&gt; </a:t>
            </a:r>
            <a:r>
              <a:rPr lang="ko-KR" altLang="en-US" sz="2400" dirty="0" err="1">
                <a:solidFill>
                  <a:schemeClr val="bg1">
                    <a:lumMod val="50000"/>
                  </a:schemeClr>
                </a:solidFill>
              </a:rPr>
              <a:t>거부해야함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970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66D23-6F59-1A35-5229-C62460FD0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5C10CFA-D21A-B13E-C3C8-A3387A4AAE0B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CASE) DB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수정이 필요한 요청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ex) insert,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update</a:t>
            </a:r>
          </a:p>
        </p:txBody>
      </p:sp>
    </p:spTree>
    <p:extLst>
      <p:ext uri="{BB962C8B-B14F-4D97-AF65-F5344CB8AC3E}">
        <p14:creationId xmlns:p14="http://schemas.microsoft.com/office/powerpoint/2010/main" val="1763900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112140</TotalTime>
  <Words>865</Words>
  <Application>Microsoft Office PowerPoint</Application>
  <PresentationFormat>와이드스크린</PresentationFormat>
  <Paragraphs>416</Paragraphs>
  <Slides>28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상민 김</dc:creator>
  <cp:lastModifiedBy>상민 김</cp:lastModifiedBy>
  <cp:revision>111</cp:revision>
  <dcterms:created xsi:type="dcterms:W3CDTF">2024-03-22T05:09:19Z</dcterms:created>
  <dcterms:modified xsi:type="dcterms:W3CDTF">2025-12-29T23:33:16Z</dcterms:modified>
</cp:coreProperties>
</file>